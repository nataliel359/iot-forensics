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  <p:sldMasterId id="2147483684" r:id="rId5"/>
  </p:sldMasterIdLst>
  <p:notesMasterIdLst>
    <p:notesMasterId r:id="rId27"/>
  </p:notesMasterIdLst>
  <p:handoutMasterIdLst>
    <p:handoutMasterId r:id="rId28"/>
  </p:handoutMasterIdLst>
  <p:sldIdLst>
    <p:sldId id="256" r:id="rId6"/>
    <p:sldId id="284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3" r:id="rId16"/>
    <p:sldId id="275" r:id="rId17"/>
    <p:sldId id="270" r:id="rId18"/>
    <p:sldId id="269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3D3D3D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3853F-C28E-4B64-B997-67705BF6DEC3}" v="59" dt="2026-04-20T23:58:38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94282" autoAdjust="0"/>
  </p:normalViewPr>
  <p:slideViewPr>
    <p:cSldViewPr snapToGrid="0">
      <p:cViewPr varScale="1">
        <p:scale>
          <a:sx n="104" d="100"/>
          <a:sy n="104" d="100"/>
        </p:scale>
        <p:origin x="58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173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Lewis" userId="feb42b1813b16bce" providerId="LiveId" clId="{D08708DF-E44D-430C-95B7-B2370C1913E4}"/>
    <pc:docChg chg="undo redo custSel addSld delSld modSld sldOrd modMainMaster">
      <pc:chgData name="Natalie Lewis" userId="feb42b1813b16bce" providerId="LiveId" clId="{D08708DF-E44D-430C-95B7-B2370C1913E4}" dt="2026-04-20T23:58:38.372" v="6652" actId="20578"/>
      <pc:docMkLst>
        <pc:docMk/>
      </pc:docMkLst>
      <pc:sldChg chg="addSp delSp modSp mod">
        <pc:chgData name="Natalie Lewis" userId="feb42b1813b16bce" providerId="LiveId" clId="{D08708DF-E44D-430C-95B7-B2370C1913E4}" dt="2026-04-07T21:10:25.379" v="29"/>
        <pc:sldMkLst>
          <pc:docMk/>
          <pc:sldMk cId="1487700712" sldId="256"/>
        </pc:sldMkLst>
        <pc:spChg chg="mod">
          <ac:chgData name="Natalie Lewis" userId="feb42b1813b16bce" providerId="LiveId" clId="{D08708DF-E44D-430C-95B7-B2370C1913E4}" dt="2026-04-07T20:58:56.546" v="25" actId="1037"/>
          <ac:spMkLst>
            <pc:docMk/>
            <pc:sldMk cId="1487700712" sldId="256"/>
            <ac:spMk id="2" creationId="{C02C5318-1A1E-49D0-B2E2-A4B0FA9E8A40}"/>
          </ac:spMkLst>
        </pc:spChg>
      </pc:sldChg>
      <pc:sldChg chg="addSp delSp modSp mod modNotesTx">
        <pc:chgData name="Natalie Lewis" userId="feb42b1813b16bce" providerId="LiveId" clId="{D08708DF-E44D-430C-95B7-B2370C1913E4}" dt="2026-04-16T22:13:44.072" v="6564" actId="20577"/>
        <pc:sldMkLst>
          <pc:docMk/>
          <pc:sldMk cId="497607547" sldId="258"/>
        </pc:sldMkLst>
        <pc:spChg chg="mod">
          <ac:chgData name="Natalie Lewis" userId="feb42b1813b16bce" providerId="LiveId" clId="{D08708DF-E44D-430C-95B7-B2370C1913E4}" dt="2026-04-15T13:32:54.508" v="5906" actId="20577"/>
          <ac:spMkLst>
            <pc:docMk/>
            <pc:sldMk cId="497607547" sldId="258"/>
            <ac:spMk id="4" creationId="{1EB22F82-8C27-969C-58B2-73E4F2981329}"/>
          </ac:spMkLst>
        </pc:spChg>
        <pc:picChg chg="mod">
          <ac:chgData name="Natalie Lewis" userId="feb42b1813b16bce" providerId="LiveId" clId="{D08708DF-E44D-430C-95B7-B2370C1913E4}" dt="2026-04-14T15:43:12.063" v="4758" actId="1076"/>
          <ac:picMkLst>
            <pc:docMk/>
            <pc:sldMk cId="497607547" sldId="258"/>
            <ac:picMk id="7" creationId="{B0C3FE66-EC77-0C8A-7ECF-47F896737F37}"/>
          </ac:picMkLst>
        </pc:picChg>
      </pc:sldChg>
      <pc:sldChg chg="delSp modSp mod">
        <pc:chgData name="Natalie Lewis" userId="feb42b1813b16bce" providerId="LiveId" clId="{D08708DF-E44D-430C-95B7-B2370C1913E4}" dt="2026-04-15T13:41:20.257" v="5908" actId="207"/>
        <pc:sldMkLst>
          <pc:docMk/>
          <pc:sldMk cId="150661665" sldId="262"/>
        </pc:sldMkLst>
        <pc:spChg chg="mod">
          <ac:chgData name="Natalie Lewis" userId="feb42b1813b16bce" providerId="LiveId" clId="{D08708DF-E44D-430C-95B7-B2370C1913E4}" dt="2026-04-15T13:41:20.257" v="5908" actId="207"/>
          <ac:spMkLst>
            <pc:docMk/>
            <pc:sldMk cId="150661665" sldId="262"/>
            <ac:spMk id="5" creationId="{BAB815CB-4213-DC6B-74FC-D0D588098053}"/>
          </ac:spMkLst>
        </pc:spChg>
      </pc:sldChg>
      <pc:sldChg chg="addSp delSp modSp mod">
        <pc:chgData name="Natalie Lewis" userId="feb42b1813b16bce" providerId="LiveId" clId="{D08708DF-E44D-430C-95B7-B2370C1913E4}" dt="2026-04-20T20:18:58.564" v="6568" actId="20577"/>
        <pc:sldMkLst>
          <pc:docMk/>
          <pc:sldMk cId="2828909793" sldId="263"/>
        </pc:sldMkLst>
        <pc:spChg chg="mod">
          <ac:chgData name="Natalie Lewis" userId="feb42b1813b16bce" providerId="LiveId" clId="{D08708DF-E44D-430C-95B7-B2370C1913E4}" dt="2026-04-20T20:18:58.564" v="6568" actId="20577"/>
          <ac:spMkLst>
            <pc:docMk/>
            <pc:sldMk cId="2828909793" sldId="263"/>
            <ac:spMk id="3" creationId="{39CE2EFE-4329-0C35-9C86-AF1AC2AAEC6D}"/>
          </ac:spMkLst>
        </pc:spChg>
      </pc:sldChg>
      <pc:sldChg chg="addSp delSp modSp mod">
        <pc:chgData name="Natalie Lewis" userId="feb42b1813b16bce" providerId="LiveId" clId="{D08708DF-E44D-430C-95B7-B2370C1913E4}" dt="2026-04-15T15:58:46.103" v="5915" actId="20577"/>
        <pc:sldMkLst>
          <pc:docMk/>
          <pc:sldMk cId="701380726" sldId="264"/>
        </pc:sldMkLst>
        <pc:spChg chg="mod">
          <ac:chgData name="Natalie Lewis" userId="feb42b1813b16bce" providerId="LiveId" clId="{D08708DF-E44D-430C-95B7-B2370C1913E4}" dt="2026-04-15T15:58:46.103" v="5915" actId="20577"/>
          <ac:spMkLst>
            <pc:docMk/>
            <pc:sldMk cId="701380726" sldId="264"/>
            <ac:spMk id="3" creationId="{7F881487-C2D9-F374-5AF0-FC69922B9532}"/>
          </ac:spMkLst>
        </pc:spChg>
        <pc:picChg chg="mod">
          <ac:chgData name="Natalie Lewis" userId="feb42b1813b16bce" providerId="LiveId" clId="{D08708DF-E44D-430C-95B7-B2370C1913E4}" dt="2026-04-07T22:43:11.508" v="1134" actId="1036"/>
          <ac:picMkLst>
            <pc:docMk/>
            <pc:sldMk cId="701380726" sldId="264"/>
            <ac:picMk id="2052" creationId="{0E0213E1-BA2B-1BDA-7AA9-2BF8DA0B8808}"/>
          </ac:picMkLst>
        </pc:picChg>
      </pc:sldChg>
      <pc:sldChg chg="addSp delSp modSp mod">
        <pc:chgData name="Natalie Lewis" userId="feb42b1813b16bce" providerId="LiveId" clId="{D08708DF-E44D-430C-95B7-B2370C1913E4}" dt="2026-04-07T22:43:59.638" v="1154" actId="1036"/>
        <pc:sldMkLst>
          <pc:docMk/>
          <pc:sldMk cId="2132756218" sldId="265"/>
        </pc:sldMkLst>
        <pc:picChg chg="mod">
          <ac:chgData name="Natalie Lewis" userId="feb42b1813b16bce" providerId="LiveId" clId="{D08708DF-E44D-430C-95B7-B2370C1913E4}" dt="2026-04-07T22:43:59.638" v="1154" actId="1036"/>
          <ac:picMkLst>
            <pc:docMk/>
            <pc:sldMk cId="2132756218" sldId="265"/>
            <ac:picMk id="3074" creationId="{E7CD5DE3-B41A-C63D-0AF8-C4B028D0DF81}"/>
          </ac:picMkLst>
        </pc:picChg>
      </pc:sldChg>
      <pc:sldChg chg="delSp modSp mod">
        <pc:chgData name="Natalie Lewis" userId="feb42b1813b16bce" providerId="LiveId" clId="{D08708DF-E44D-430C-95B7-B2370C1913E4}" dt="2026-04-15T16:11:47.930" v="5938" actId="20577"/>
        <pc:sldMkLst>
          <pc:docMk/>
          <pc:sldMk cId="1980804434" sldId="266"/>
        </pc:sldMkLst>
        <pc:spChg chg="mod">
          <ac:chgData name="Natalie Lewis" userId="feb42b1813b16bce" providerId="LiveId" clId="{D08708DF-E44D-430C-95B7-B2370C1913E4}" dt="2026-04-08T00:42:00.311" v="1586" actId="20577"/>
          <ac:spMkLst>
            <pc:docMk/>
            <pc:sldMk cId="1980804434" sldId="266"/>
            <ac:spMk id="3" creationId="{6F8271DF-5A28-DBC9-EA30-D6E6270EF66A}"/>
          </ac:spMkLst>
        </pc:spChg>
        <pc:spChg chg="mod">
          <ac:chgData name="Natalie Lewis" userId="feb42b1813b16bce" providerId="LiveId" clId="{D08708DF-E44D-430C-95B7-B2370C1913E4}" dt="2026-04-15T16:11:47.930" v="5938" actId="20577"/>
          <ac:spMkLst>
            <pc:docMk/>
            <pc:sldMk cId="1980804434" sldId="266"/>
            <ac:spMk id="4" creationId="{9C7328C4-456F-33D6-56D5-73E0FF852F3A}"/>
          </ac:spMkLst>
        </pc:spChg>
        <pc:picChg chg="mod">
          <ac:chgData name="Natalie Lewis" userId="feb42b1813b16bce" providerId="LiveId" clId="{D08708DF-E44D-430C-95B7-B2370C1913E4}" dt="2026-04-07T22:45:37.508" v="1186" actId="1035"/>
          <ac:picMkLst>
            <pc:docMk/>
            <pc:sldMk cId="1980804434" sldId="266"/>
            <ac:picMk id="11" creationId="{CEFA9579-C85F-3C77-B938-406AB57E372F}"/>
          </ac:picMkLst>
        </pc:picChg>
      </pc:sldChg>
      <pc:sldChg chg="delSp modSp mod">
        <pc:chgData name="Natalie Lewis" userId="feb42b1813b16bce" providerId="LiveId" clId="{D08708DF-E44D-430C-95B7-B2370C1913E4}" dt="2026-04-07T22:46:41.487" v="1196" actId="20577"/>
        <pc:sldMkLst>
          <pc:docMk/>
          <pc:sldMk cId="2642134227" sldId="267"/>
        </pc:sldMkLst>
        <pc:spChg chg="mod">
          <ac:chgData name="Natalie Lewis" userId="feb42b1813b16bce" providerId="LiveId" clId="{D08708DF-E44D-430C-95B7-B2370C1913E4}" dt="2026-04-07T22:46:41.487" v="1196" actId="20577"/>
          <ac:spMkLst>
            <pc:docMk/>
            <pc:sldMk cId="2642134227" sldId="267"/>
            <ac:spMk id="3" creationId="{E63647A4-0737-C2FB-0B00-887476BAC14D}"/>
          </ac:spMkLst>
        </pc:spChg>
      </pc:sldChg>
      <pc:sldChg chg="addSp delSp modSp mod modNotesTx">
        <pc:chgData name="Natalie Lewis" userId="feb42b1813b16bce" providerId="LiveId" clId="{D08708DF-E44D-430C-95B7-B2370C1913E4}" dt="2026-04-16T20:49:03.027" v="6035" actId="20577"/>
        <pc:sldMkLst>
          <pc:docMk/>
          <pc:sldMk cId="2257223658" sldId="269"/>
        </pc:sldMkLst>
        <pc:spChg chg="add mod">
          <ac:chgData name="Natalie Lewis" userId="feb42b1813b16bce" providerId="LiveId" clId="{D08708DF-E44D-430C-95B7-B2370C1913E4}" dt="2026-04-14T15:48:52.901" v="4790" actId="20577"/>
          <ac:spMkLst>
            <pc:docMk/>
            <pc:sldMk cId="2257223658" sldId="269"/>
            <ac:spMk id="2" creationId="{9C02E6EC-BF31-82BC-902F-49A6AABDD451}"/>
          </ac:spMkLst>
        </pc:spChg>
        <pc:spChg chg="mod">
          <ac:chgData name="Natalie Lewis" userId="feb42b1813b16bce" providerId="LiveId" clId="{D08708DF-E44D-430C-95B7-B2370C1913E4}" dt="2026-04-15T18:07:38.645" v="5945" actId="207"/>
          <ac:spMkLst>
            <pc:docMk/>
            <pc:sldMk cId="2257223658" sldId="269"/>
            <ac:spMk id="3" creationId="{960A6A2C-8676-AAE4-3D4F-3D300636B068}"/>
          </ac:spMkLst>
        </pc:spChg>
        <pc:spChg chg="mod">
          <ac:chgData name="Natalie Lewis" userId="feb42b1813b16bce" providerId="LiveId" clId="{D08708DF-E44D-430C-95B7-B2370C1913E4}" dt="2026-04-15T18:07:26.222" v="5944" actId="207"/>
          <ac:spMkLst>
            <pc:docMk/>
            <pc:sldMk cId="2257223658" sldId="269"/>
            <ac:spMk id="4" creationId="{67003C55-8BFD-AAD9-97E8-E807F1B8E520}"/>
          </ac:spMkLst>
        </pc:spChg>
        <pc:spChg chg="mod">
          <ac:chgData name="Natalie Lewis" userId="feb42b1813b16bce" providerId="LiveId" clId="{D08708DF-E44D-430C-95B7-B2370C1913E4}" dt="2026-04-13T16:18:33.571" v="3082" actId="1076"/>
          <ac:spMkLst>
            <pc:docMk/>
            <pc:sldMk cId="2257223658" sldId="269"/>
            <ac:spMk id="5" creationId="{01CD60BE-9E2C-D051-E455-373FF53C0E7F}"/>
          </ac:spMkLst>
        </pc:spChg>
        <pc:spChg chg="mod">
          <ac:chgData name="Natalie Lewis" userId="feb42b1813b16bce" providerId="LiveId" clId="{D08708DF-E44D-430C-95B7-B2370C1913E4}" dt="2026-04-13T16:14:59.564" v="3034" actId="20577"/>
          <ac:spMkLst>
            <pc:docMk/>
            <pc:sldMk cId="2257223658" sldId="269"/>
            <ac:spMk id="6" creationId="{F549DAFB-55CE-05F3-60F3-0A3C154BBCC3}"/>
          </ac:spMkLst>
        </pc:spChg>
      </pc:sldChg>
      <pc:sldChg chg="addSp delSp modSp mod modNotesTx">
        <pc:chgData name="Natalie Lewis" userId="feb42b1813b16bce" providerId="LiveId" clId="{D08708DF-E44D-430C-95B7-B2370C1913E4}" dt="2026-04-16T22:13:52.842" v="6565" actId="20577"/>
        <pc:sldMkLst>
          <pc:docMk/>
          <pc:sldMk cId="2036669852" sldId="270"/>
        </pc:sldMkLst>
        <pc:spChg chg="add del mod">
          <ac:chgData name="Natalie Lewis" userId="feb42b1813b16bce" providerId="LiveId" clId="{D08708DF-E44D-430C-95B7-B2370C1913E4}" dt="2026-04-14T15:48:18.747" v="4788" actId="1036"/>
          <ac:spMkLst>
            <pc:docMk/>
            <pc:sldMk cId="2036669852" sldId="270"/>
            <ac:spMk id="2" creationId="{9CD47E9E-0945-EE33-118F-9A1252BAE4C5}"/>
          </ac:spMkLst>
        </pc:spChg>
        <pc:spChg chg="mod">
          <ac:chgData name="Natalie Lewis" userId="feb42b1813b16bce" providerId="LiveId" clId="{D08708DF-E44D-430C-95B7-B2370C1913E4}" dt="2026-04-15T16:57:35.260" v="5942" actId="113"/>
          <ac:spMkLst>
            <pc:docMk/>
            <pc:sldMk cId="2036669852" sldId="270"/>
            <ac:spMk id="3" creationId="{F5BE8609-6281-BAB9-165D-017E73926FCA}"/>
          </ac:spMkLst>
        </pc:spChg>
        <pc:spChg chg="mod">
          <ac:chgData name="Natalie Lewis" userId="feb42b1813b16bce" providerId="LiveId" clId="{D08708DF-E44D-430C-95B7-B2370C1913E4}" dt="2026-04-14T15:47:52.513" v="4786" actId="1035"/>
          <ac:spMkLst>
            <pc:docMk/>
            <pc:sldMk cId="2036669852" sldId="270"/>
            <ac:spMk id="4" creationId="{A0861AE3-59F4-3AB0-2B51-824EF662D28D}"/>
          </ac:spMkLst>
        </pc:spChg>
        <pc:spChg chg="mod">
          <ac:chgData name="Natalie Lewis" userId="feb42b1813b16bce" providerId="LiveId" clId="{D08708DF-E44D-430C-95B7-B2370C1913E4}" dt="2026-04-13T14:30:49.804" v="3000" actId="1036"/>
          <ac:spMkLst>
            <pc:docMk/>
            <pc:sldMk cId="2036669852" sldId="270"/>
            <ac:spMk id="5" creationId="{7E7CD5D9-89BA-2EF8-6497-51ED87166836}"/>
          </ac:spMkLst>
        </pc:spChg>
        <pc:spChg chg="mod">
          <ac:chgData name="Natalie Lewis" userId="feb42b1813b16bce" providerId="LiveId" clId="{D08708DF-E44D-430C-95B7-B2370C1913E4}" dt="2026-04-13T14:29:43.521" v="2989" actId="20577"/>
          <ac:spMkLst>
            <pc:docMk/>
            <pc:sldMk cId="2036669852" sldId="270"/>
            <ac:spMk id="6" creationId="{20A716F7-DC22-4006-CCA3-AA6110A8D61E}"/>
          </ac:spMkLst>
        </pc:spChg>
        <pc:picChg chg="mod">
          <ac:chgData name="Natalie Lewis" userId="feb42b1813b16bce" providerId="LiveId" clId="{D08708DF-E44D-430C-95B7-B2370C1913E4}" dt="2026-04-14T15:47:52.513" v="4786" actId="1035"/>
          <ac:picMkLst>
            <pc:docMk/>
            <pc:sldMk cId="2036669852" sldId="270"/>
            <ac:picMk id="11266" creationId="{8B0A7E37-4AD7-7B2D-0A34-307630771BB2}"/>
          </ac:picMkLst>
        </pc:picChg>
      </pc:sldChg>
      <pc:sldChg chg="delSp modSp mod">
        <pc:chgData name="Natalie Lewis" userId="feb42b1813b16bce" providerId="LiveId" clId="{D08708DF-E44D-430C-95B7-B2370C1913E4}" dt="2026-04-15T16:29:12.165" v="5941" actId="20577"/>
        <pc:sldMkLst>
          <pc:docMk/>
          <pc:sldMk cId="3979144109" sldId="273"/>
        </pc:sldMkLst>
        <pc:spChg chg="mod">
          <ac:chgData name="Natalie Lewis" userId="feb42b1813b16bce" providerId="LiveId" clId="{D08708DF-E44D-430C-95B7-B2370C1913E4}" dt="2026-04-15T16:29:12.165" v="5941" actId="20577"/>
          <ac:spMkLst>
            <pc:docMk/>
            <pc:sldMk cId="3979144109" sldId="273"/>
            <ac:spMk id="4" creationId="{D361C64B-DA99-0DED-FC59-0925240FD0B4}"/>
          </ac:spMkLst>
        </pc:spChg>
      </pc:sldChg>
      <pc:sldChg chg="delSp modSp mod">
        <pc:chgData name="Natalie Lewis" userId="feb42b1813b16bce" providerId="LiveId" clId="{D08708DF-E44D-430C-95B7-B2370C1913E4}" dt="2026-04-16T00:54:50.949" v="5977" actId="207"/>
        <pc:sldMkLst>
          <pc:docMk/>
          <pc:sldMk cId="368951057" sldId="275"/>
        </pc:sldMkLst>
        <pc:spChg chg="mod">
          <ac:chgData name="Natalie Lewis" userId="feb42b1813b16bce" providerId="LiveId" clId="{D08708DF-E44D-430C-95B7-B2370C1913E4}" dt="2026-04-14T15:46:57.830" v="4777" actId="1036"/>
          <ac:spMkLst>
            <pc:docMk/>
            <pc:sldMk cId="368951057" sldId="275"/>
            <ac:spMk id="2" creationId="{6FFABFA8-B0A9-EC08-D06B-CA264EF5B2A8}"/>
          </ac:spMkLst>
        </pc:spChg>
        <pc:spChg chg="mod">
          <ac:chgData name="Natalie Lewis" userId="feb42b1813b16bce" providerId="LiveId" clId="{D08708DF-E44D-430C-95B7-B2370C1913E4}" dt="2026-04-16T00:54:50.949" v="5977" actId="207"/>
          <ac:spMkLst>
            <pc:docMk/>
            <pc:sldMk cId="368951057" sldId="275"/>
            <ac:spMk id="3" creationId="{55DDBA56-6FB5-B84F-BA7B-B072A3B4571C}"/>
          </ac:spMkLst>
        </pc:spChg>
        <pc:spChg chg="mod">
          <ac:chgData name="Natalie Lewis" userId="feb42b1813b16bce" providerId="LiveId" clId="{D08708DF-E44D-430C-95B7-B2370C1913E4}" dt="2026-04-13T14:13:38.164" v="2937" actId="20577"/>
          <ac:spMkLst>
            <pc:docMk/>
            <pc:sldMk cId="368951057" sldId="275"/>
            <ac:spMk id="4" creationId="{79123485-BAE8-44F1-6354-B5B1B7733191}"/>
          </ac:spMkLst>
        </pc:spChg>
      </pc:sldChg>
      <pc:sldChg chg="delSp modSp mod modNotesTx">
        <pc:chgData name="Natalie Lewis" userId="feb42b1813b16bce" providerId="LiveId" clId="{D08708DF-E44D-430C-95B7-B2370C1913E4}" dt="2026-04-20T23:58:38.372" v="6652" actId="20578"/>
        <pc:sldMkLst>
          <pc:docMk/>
          <pc:sldMk cId="3032572529" sldId="276"/>
        </pc:sldMkLst>
        <pc:spChg chg="mod">
          <ac:chgData name="Natalie Lewis" userId="feb42b1813b16bce" providerId="LiveId" clId="{D08708DF-E44D-430C-95B7-B2370C1913E4}" dt="2026-04-20T23:58:38.372" v="6652" actId="20578"/>
          <ac:spMkLst>
            <pc:docMk/>
            <pc:sldMk cId="3032572529" sldId="276"/>
            <ac:spMk id="4" creationId="{631B92B9-0443-585E-CCAD-503A1C7A334C}"/>
          </ac:spMkLst>
        </pc:spChg>
        <pc:picChg chg="mod">
          <ac:chgData name="Natalie Lewis" userId="feb42b1813b16bce" providerId="LiveId" clId="{D08708DF-E44D-430C-95B7-B2370C1913E4}" dt="2026-04-07T22:48:37.581" v="1222" actId="1035"/>
          <ac:picMkLst>
            <pc:docMk/>
            <pc:sldMk cId="3032572529" sldId="276"/>
            <ac:picMk id="6146" creationId="{B5F3D2AB-8494-2903-0B3B-470D2939C7BE}"/>
          </ac:picMkLst>
        </pc:picChg>
      </pc:sldChg>
      <pc:sldChg chg="delSp modSp mod modNotesTx">
        <pc:chgData name="Natalie Lewis" userId="feb42b1813b16bce" providerId="LiveId" clId="{D08708DF-E44D-430C-95B7-B2370C1913E4}" dt="2026-04-16T22:07:05.086" v="6194" actId="20577"/>
        <pc:sldMkLst>
          <pc:docMk/>
          <pc:sldMk cId="3861844203" sldId="277"/>
        </pc:sldMkLst>
        <pc:spChg chg="mod">
          <ac:chgData name="Natalie Lewis" userId="feb42b1813b16bce" providerId="LiveId" clId="{D08708DF-E44D-430C-95B7-B2370C1913E4}" dt="2026-04-16T22:07:05.086" v="6194" actId="20577"/>
          <ac:spMkLst>
            <pc:docMk/>
            <pc:sldMk cId="3861844203" sldId="277"/>
            <ac:spMk id="3" creationId="{61F22FEF-B2E4-EC36-0C70-8E7DACCEBE83}"/>
          </ac:spMkLst>
        </pc:spChg>
        <pc:spChg chg="mod">
          <ac:chgData name="Natalie Lewis" userId="feb42b1813b16bce" providerId="LiveId" clId="{D08708DF-E44D-430C-95B7-B2370C1913E4}" dt="2026-04-07T22:16:45.862" v="704" actId="20577"/>
          <ac:spMkLst>
            <pc:docMk/>
            <pc:sldMk cId="3861844203" sldId="277"/>
            <ac:spMk id="7" creationId="{984E9C1B-6DF5-4DF0-1C64-07BE92B8D67C}"/>
          </ac:spMkLst>
        </pc:spChg>
        <pc:picChg chg="mod">
          <ac:chgData name="Natalie Lewis" userId="feb42b1813b16bce" providerId="LiveId" clId="{D08708DF-E44D-430C-95B7-B2370C1913E4}" dt="2026-04-08T00:17:24.246" v="1259" actId="1076"/>
          <ac:picMkLst>
            <pc:docMk/>
            <pc:sldMk cId="3861844203" sldId="277"/>
            <ac:picMk id="8" creationId="{1788C877-66E6-75C2-0337-809380933BB6}"/>
          </ac:picMkLst>
        </pc:picChg>
      </pc:sldChg>
      <pc:sldChg chg="addSp delSp modSp mod modNotesTx">
        <pc:chgData name="Natalie Lewis" userId="feb42b1813b16bce" providerId="LiveId" clId="{D08708DF-E44D-430C-95B7-B2370C1913E4}" dt="2026-04-15T18:45:54.903" v="5946" actId="20577"/>
        <pc:sldMkLst>
          <pc:docMk/>
          <pc:sldMk cId="2964493664" sldId="278"/>
        </pc:sldMkLst>
        <pc:spChg chg="mod">
          <ac:chgData name="Natalie Lewis" userId="feb42b1813b16bce" providerId="LiveId" clId="{D08708DF-E44D-430C-95B7-B2370C1913E4}" dt="2026-04-14T13:31:55.464" v="3437" actId="14100"/>
          <ac:spMkLst>
            <pc:docMk/>
            <pc:sldMk cId="2964493664" sldId="278"/>
            <ac:spMk id="3" creationId="{E57324C0-377C-C850-22ED-57FBF20CA166}"/>
          </ac:spMkLst>
        </pc:spChg>
        <pc:spChg chg="add mod">
          <ac:chgData name="Natalie Lewis" userId="feb42b1813b16bce" providerId="LiveId" clId="{D08708DF-E44D-430C-95B7-B2370C1913E4}" dt="2026-04-14T13:16:00.494" v="3274" actId="113"/>
          <ac:spMkLst>
            <pc:docMk/>
            <pc:sldMk cId="2964493664" sldId="278"/>
            <ac:spMk id="4" creationId="{DF2E87DB-83F5-5DB9-7583-5B524E9967F4}"/>
          </ac:spMkLst>
        </pc:spChg>
        <pc:spChg chg="mod">
          <ac:chgData name="Natalie Lewis" userId="feb42b1813b16bce" providerId="LiveId" clId="{D08708DF-E44D-430C-95B7-B2370C1913E4}" dt="2026-04-07T22:16:42.854" v="703" actId="20577"/>
          <ac:spMkLst>
            <pc:docMk/>
            <pc:sldMk cId="2964493664" sldId="278"/>
            <ac:spMk id="8" creationId="{C358677F-F3D3-D0D9-1144-6B2FD10326C1}"/>
          </ac:spMkLst>
        </pc:spChg>
        <pc:picChg chg="mod">
          <ac:chgData name="Natalie Lewis" userId="feb42b1813b16bce" providerId="LiveId" clId="{D08708DF-E44D-430C-95B7-B2370C1913E4}" dt="2026-04-08T00:23:56.418" v="1399" actId="1076"/>
          <ac:picMkLst>
            <pc:docMk/>
            <pc:sldMk cId="2964493664" sldId="278"/>
            <ac:picMk id="6" creationId="{4DAFFCD9-98A4-63E6-35C6-68214ADFAA00}"/>
          </ac:picMkLst>
        </pc:picChg>
      </pc:sldChg>
      <pc:sldChg chg="addSp delSp modSp mod">
        <pc:chgData name="Natalie Lewis" userId="feb42b1813b16bce" providerId="LiveId" clId="{D08708DF-E44D-430C-95B7-B2370C1913E4}" dt="2026-04-14T13:16:44.579" v="3280" actId="478"/>
        <pc:sldMkLst>
          <pc:docMk/>
          <pc:sldMk cId="3601299933" sldId="279"/>
        </pc:sldMkLst>
        <pc:spChg chg="add mod">
          <ac:chgData name="Natalie Lewis" userId="feb42b1813b16bce" providerId="LiveId" clId="{D08708DF-E44D-430C-95B7-B2370C1913E4}" dt="2026-04-08T01:15:06.041" v="2003" actId="20577"/>
          <ac:spMkLst>
            <pc:docMk/>
            <pc:sldMk cId="3601299933" sldId="279"/>
            <ac:spMk id="2" creationId="{720C4445-2169-09F2-DBE4-CA2924D48EB4}"/>
          </ac:spMkLst>
        </pc:spChg>
        <pc:spChg chg="mod">
          <ac:chgData name="Natalie Lewis" userId="feb42b1813b16bce" providerId="LiveId" clId="{D08708DF-E44D-430C-95B7-B2370C1913E4}" dt="2026-04-08T00:51:52.552" v="1700" actId="14100"/>
          <ac:spMkLst>
            <pc:docMk/>
            <pc:sldMk cId="3601299933" sldId="279"/>
            <ac:spMk id="3" creationId="{269E1D94-D099-6138-19F6-01B79BBD42EA}"/>
          </ac:spMkLst>
        </pc:spChg>
        <pc:picChg chg="mod">
          <ac:chgData name="Natalie Lewis" userId="feb42b1813b16bce" providerId="LiveId" clId="{D08708DF-E44D-430C-95B7-B2370C1913E4}" dt="2026-04-08T00:51:02.070" v="1671" actId="1076"/>
          <ac:picMkLst>
            <pc:docMk/>
            <pc:sldMk cId="3601299933" sldId="279"/>
            <ac:picMk id="4" creationId="{8D7F7BA8-5A6D-B006-44A5-F1FCE926A9FD}"/>
          </ac:picMkLst>
        </pc:picChg>
        <pc:picChg chg="mod">
          <ac:chgData name="Natalie Lewis" userId="feb42b1813b16bce" providerId="LiveId" clId="{D08708DF-E44D-430C-95B7-B2370C1913E4}" dt="2026-04-08T00:50:42.041" v="1667" actId="1038"/>
          <ac:picMkLst>
            <pc:docMk/>
            <pc:sldMk cId="3601299933" sldId="279"/>
            <ac:picMk id="5" creationId="{0588C91B-CA7F-511C-2985-57E20DE686C1}"/>
          </ac:picMkLst>
        </pc:picChg>
      </pc:sldChg>
      <pc:sldChg chg="addSp delSp modSp mod modNotesTx">
        <pc:chgData name="Natalie Lewis" userId="feb42b1813b16bce" providerId="LiveId" clId="{D08708DF-E44D-430C-95B7-B2370C1913E4}" dt="2026-04-20T22:31:05.333" v="6650" actId="20577"/>
        <pc:sldMkLst>
          <pc:docMk/>
          <pc:sldMk cId="2705151287" sldId="280"/>
        </pc:sldMkLst>
        <pc:spChg chg="add mod">
          <ac:chgData name="Natalie Lewis" userId="feb42b1813b16bce" providerId="LiveId" clId="{D08708DF-E44D-430C-95B7-B2370C1913E4}" dt="2026-04-16T00:33:12.510" v="5968" actId="20577"/>
          <ac:spMkLst>
            <pc:docMk/>
            <pc:sldMk cId="2705151287" sldId="280"/>
            <ac:spMk id="2" creationId="{221C0235-C424-5A25-83BC-980DABAFB506}"/>
          </ac:spMkLst>
        </pc:spChg>
        <pc:spChg chg="mod">
          <ac:chgData name="Natalie Lewis" userId="feb42b1813b16bce" providerId="LiveId" clId="{D08708DF-E44D-430C-95B7-B2370C1913E4}" dt="2026-04-14T13:18:46.853" v="3288" actId="207"/>
          <ac:spMkLst>
            <pc:docMk/>
            <pc:sldMk cId="2705151287" sldId="280"/>
            <ac:spMk id="3" creationId="{D8E62629-F5AA-364E-C41D-346EA8674A56}"/>
          </ac:spMkLst>
        </pc:spChg>
        <pc:picChg chg="mod">
          <ac:chgData name="Natalie Lewis" userId="feb42b1813b16bce" providerId="LiveId" clId="{D08708DF-E44D-430C-95B7-B2370C1913E4}" dt="2026-04-08T01:08:40.722" v="1841" actId="1076"/>
          <ac:picMkLst>
            <pc:docMk/>
            <pc:sldMk cId="2705151287" sldId="280"/>
            <ac:picMk id="8" creationId="{460106DA-5726-073D-B8AB-34686E6741D3}"/>
          </ac:picMkLst>
        </pc:picChg>
        <pc:picChg chg="mod">
          <ac:chgData name="Natalie Lewis" userId="feb42b1813b16bce" providerId="LiveId" clId="{D08708DF-E44D-430C-95B7-B2370C1913E4}" dt="2026-04-14T13:17:00.958" v="3286" actId="1035"/>
          <ac:picMkLst>
            <pc:docMk/>
            <pc:sldMk cId="2705151287" sldId="280"/>
            <ac:picMk id="9" creationId="{944322A3-689B-A1ED-5E87-6C9DAC9E7ADB}"/>
          </ac:picMkLst>
        </pc:picChg>
        <pc:picChg chg="mod">
          <ac:chgData name="Natalie Lewis" userId="feb42b1813b16bce" providerId="LiveId" clId="{D08708DF-E44D-430C-95B7-B2370C1913E4}" dt="2026-04-08T01:10:42.155" v="1946" actId="1035"/>
          <ac:picMkLst>
            <pc:docMk/>
            <pc:sldMk cId="2705151287" sldId="280"/>
            <ac:picMk id="10" creationId="{C1D82648-6856-814E-C846-6B681F2C6C23}"/>
          </ac:picMkLst>
        </pc:picChg>
      </pc:sldChg>
      <pc:sldChg chg="addSp delSp modSp mod modNotesTx">
        <pc:chgData name="Natalie Lewis" userId="feb42b1813b16bce" providerId="LiveId" clId="{D08708DF-E44D-430C-95B7-B2370C1913E4}" dt="2026-04-15T19:13:31.296" v="5954" actId="20577"/>
        <pc:sldMkLst>
          <pc:docMk/>
          <pc:sldMk cId="4206360715" sldId="281"/>
        </pc:sldMkLst>
        <pc:spChg chg="add mod">
          <ac:chgData name="Natalie Lewis" userId="feb42b1813b16bce" providerId="LiveId" clId="{D08708DF-E44D-430C-95B7-B2370C1913E4}" dt="2026-04-15T19:13:31.296" v="5954" actId="20577"/>
          <ac:spMkLst>
            <pc:docMk/>
            <pc:sldMk cId="4206360715" sldId="281"/>
            <ac:spMk id="2" creationId="{3914B101-059D-76D0-F45C-524702475B94}"/>
          </ac:spMkLst>
        </pc:spChg>
        <pc:spChg chg="mod">
          <ac:chgData name="Natalie Lewis" userId="feb42b1813b16bce" providerId="LiveId" clId="{D08708DF-E44D-430C-95B7-B2370C1913E4}" dt="2026-04-14T13:23:48.121" v="3421" actId="1036"/>
          <ac:spMkLst>
            <pc:docMk/>
            <pc:sldMk cId="4206360715" sldId="281"/>
            <ac:spMk id="3" creationId="{7EC372D1-962E-4ADF-17F1-520BBC871AB0}"/>
          </ac:spMkLst>
        </pc:spChg>
        <pc:picChg chg="mod">
          <ac:chgData name="Natalie Lewis" userId="feb42b1813b16bce" providerId="LiveId" clId="{D08708DF-E44D-430C-95B7-B2370C1913E4}" dt="2026-04-14T13:24:12.986" v="3425" actId="1035"/>
          <ac:picMkLst>
            <pc:docMk/>
            <pc:sldMk cId="4206360715" sldId="281"/>
            <ac:picMk id="4" creationId="{AB1985DE-9CBA-DFDE-17C1-EE15B69968A8}"/>
          </ac:picMkLst>
        </pc:picChg>
        <pc:picChg chg="mod">
          <ac:chgData name="Natalie Lewis" userId="feb42b1813b16bce" providerId="LiveId" clId="{D08708DF-E44D-430C-95B7-B2370C1913E4}" dt="2026-04-14T13:24:16.540" v="3427" actId="1035"/>
          <ac:picMkLst>
            <pc:docMk/>
            <pc:sldMk cId="4206360715" sldId="281"/>
            <ac:picMk id="5" creationId="{014BF5CA-C001-8C79-41E4-A10FC237E440}"/>
          </ac:picMkLst>
        </pc:picChg>
      </pc:sldChg>
      <pc:sldChg chg="addSp delSp modSp mod modNotesTx">
        <pc:chgData name="Natalie Lewis" userId="feb42b1813b16bce" providerId="LiveId" clId="{D08708DF-E44D-430C-95B7-B2370C1913E4}" dt="2026-04-16T00:37:00.156" v="5973" actId="20577"/>
        <pc:sldMkLst>
          <pc:docMk/>
          <pc:sldMk cId="228866589" sldId="282"/>
        </pc:sldMkLst>
        <pc:spChg chg="add mod">
          <ac:chgData name="Natalie Lewis" userId="feb42b1813b16bce" providerId="LiveId" clId="{D08708DF-E44D-430C-95B7-B2370C1913E4}" dt="2026-04-14T14:00:28.769" v="3777" actId="207"/>
          <ac:spMkLst>
            <pc:docMk/>
            <pc:sldMk cId="228866589" sldId="282"/>
            <ac:spMk id="2" creationId="{3CC01378-66CF-FC1E-1245-854D887F9B66}"/>
          </ac:spMkLst>
        </pc:spChg>
        <pc:spChg chg="mod">
          <ac:chgData name="Natalie Lewis" userId="feb42b1813b16bce" providerId="LiveId" clId="{D08708DF-E44D-430C-95B7-B2370C1913E4}" dt="2026-04-16T00:37:00.156" v="5973" actId="20577"/>
          <ac:spMkLst>
            <pc:docMk/>
            <pc:sldMk cId="228866589" sldId="282"/>
            <ac:spMk id="3" creationId="{59F529FF-A448-6CDB-7559-D2E1452A9005}"/>
          </ac:spMkLst>
        </pc:spChg>
        <pc:picChg chg="mod">
          <ac:chgData name="Natalie Lewis" userId="feb42b1813b16bce" providerId="LiveId" clId="{D08708DF-E44D-430C-95B7-B2370C1913E4}" dt="2026-04-08T01:44:58.309" v="2892" actId="1076"/>
          <ac:picMkLst>
            <pc:docMk/>
            <pc:sldMk cId="228866589" sldId="282"/>
            <ac:picMk id="6" creationId="{8AEB2999-B25D-E1C8-FB57-E5703E39A30E}"/>
          </ac:picMkLst>
        </pc:picChg>
      </pc:sldChg>
      <pc:sldChg chg="addSp delSp modSp mod modNotesTx">
        <pc:chgData name="Natalie Lewis" userId="feb42b1813b16bce" providerId="LiveId" clId="{D08708DF-E44D-430C-95B7-B2370C1913E4}" dt="2026-04-16T20:49:21.522" v="6038" actId="113"/>
        <pc:sldMkLst>
          <pc:docMk/>
          <pc:sldMk cId="2415521443" sldId="283"/>
        </pc:sldMkLst>
        <pc:spChg chg="add mod">
          <ac:chgData name="Natalie Lewis" userId="feb42b1813b16bce" providerId="LiveId" clId="{D08708DF-E44D-430C-95B7-B2370C1913E4}" dt="2026-04-16T01:11:29.609" v="5987" actId="20577"/>
          <ac:spMkLst>
            <pc:docMk/>
            <pc:sldMk cId="2415521443" sldId="283"/>
            <ac:spMk id="6" creationId="{A58C1467-C851-FF39-47B2-16E752312A70}"/>
          </ac:spMkLst>
        </pc:spChg>
        <pc:spChg chg="add mod">
          <ac:chgData name="Natalie Lewis" userId="feb42b1813b16bce" providerId="LiveId" clId="{D08708DF-E44D-430C-95B7-B2370C1913E4}" dt="2026-04-16T14:38:04.227" v="6033" actId="20577"/>
          <ac:spMkLst>
            <pc:docMk/>
            <pc:sldMk cId="2415521443" sldId="283"/>
            <ac:spMk id="8" creationId="{2FD3679D-105E-7898-E417-93CB504AF0C8}"/>
          </ac:spMkLst>
        </pc:spChg>
      </pc:sldChg>
      <pc:sldChg chg="addSp delSp modSp add mod modClrScheme chgLayout">
        <pc:chgData name="Natalie Lewis" userId="feb42b1813b16bce" providerId="LiveId" clId="{D08708DF-E44D-430C-95B7-B2370C1913E4}" dt="2026-04-16T21:29:06.082" v="6049" actId="20577"/>
        <pc:sldMkLst>
          <pc:docMk/>
          <pc:sldMk cId="0" sldId="284"/>
        </pc:sldMkLst>
        <pc:spChg chg="mod ord">
          <ac:chgData name="Natalie Lewis" userId="feb42b1813b16bce" providerId="LiveId" clId="{D08708DF-E44D-430C-95B7-B2370C1913E4}" dt="2026-04-07T22:30:02.571" v="721" actId="10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Natalie Lewis" userId="feb42b1813b16bce" providerId="LiveId" clId="{D08708DF-E44D-430C-95B7-B2370C1913E4}" dt="2026-04-16T21:29:06.082" v="6049" actId="20577"/>
          <ac:spMkLst>
            <pc:docMk/>
            <pc:sldMk cId="0" sldId="284"/>
            <ac:spMk id="3" creationId="{00000000-0000-0000-0000-000000000000}"/>
          </ac:spMkLst>
        </pc:spChg>
        <pc:picChg chg="add mod">
          <ac:chgData name="Natalie Lewis" userId="feb42b1813b16bce" providerId="LiveId" clId="{D08708DF-E44D-430C-95B7-B2370C1913E4}" dt="2026-04-14T14:51:48.174" v="3816" actId="14100"/>
          <ac:picMkLst>
            <pc:docMk/>
            <pc:sldMk cId="0" sldId="284"/>
            <ac:picMk id="1026" creationId="{61A11723-987E-90FC-50A5-16ED16FF025F}"/>
          </ac:picMkLst>
        </pc:picChg>
      </pc:sldChg>
      <pc:sldMasterChg chg="modSldLayout">
        <pc:chgData name="Natalie Lewis" userId="feb42b1813b16bce" providerId="LiveId" clId="{D08708DF-E44D-430C-95B7-B2370C1913E4}" dt="2026-04-07T22:02:20.762" v="611" actId="14100"/>
        <pc:sldMasterMkLst>
          <pc:docMk/>
          <pc:sldMasterMk cId="82855549" sldId="2147483672"/>
        </pc:sldMasterMkLst>
        <pc:sldLayoutChg chg="modSp mod">
          <pc:chgData name="Natalie Lewis" userId="feb42b1813b16bce" providerId="LiveId" clId="{D08708DF-E44D-430C-95B7-B2370C1913E4}" dt="2026-04-07T22:02:20.762" v="611" actId="14100"/>
          <pc:sldLayoutMkLst>
            <pc:docMk/>
            <pc:sldMasterMk cId="82855549" sldId="2147483672"/>
            <pc:sldLayoutMk cId="1164318277" sldId="2147483678"/>
          </pc:sldLayoutMkLst>
          <pc:spChg chg="mod">
            <ac:chgData name="Natalie Lewis" userId="feb42b1813b16bce" providerId="LiveId" clId="{D08708DF-E44D-430C-95B7-B2370C1913E4}" dt="2026-04-07T22:02:20.762" v="611" actId="14100"/>
            <ac:spMkLst>
              <pc:docMk/>
              <pc:sldMasterMk cId="82855549" sldId="2147483672"/>
              <pc:sldLayoutMk cId="1164318277" sldId="2147483678"/>
              <ac:spMk id="7" creationId="{00000000-0000-0000-0000-000000000000}"/>
            </ac:spMkLst>
          </pc:spChg>
          <pc:spChg chg="mod">
            <ac:chgData name="Natalie Lewis" userId="feb42b1813b16bce" providerId="LiveId" clId="{D08708DF-E44D-430C-95B7-B2370C1913E4}" dt="2026-04-07T22:02:20.762" v="611" actId="14100"/>
            <ac:spMkLst>
              <pc:docMk/>
              <pc:sldMasterMk cId="82855549" sldId="2147483672"/>
              <pc:sldLayoutMk cId="1164318277" sldId="2147483678"/>
              <ac:spMk id="8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4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22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IoT device: Non-standard computing hardware (sensors, appliances, and other machines) embedded with software, processors, and network connectivity to collect, exchange, and act on data without human intervention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95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46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55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9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1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Tools to handle cross-correlation between devices and proprietary formats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14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4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00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0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D8E86-B2DC-AE6C-B59D-78A3CECB12C7}"/>
              </a:ext>
            </a:extLst>
          </p:cNvPr>
          <p:cNvSpPr>
            <a:spLocks noChangeAspect="1"/>
          </p:cNvSpPr>
          <p:nvPr userDrawn="1"/>
        </p:nvSpPr>
        <p:spPr>
          <a:xfrm>
            <a:off x="445982" y="606554"/>
            <a:ext cx="11300036" cy="743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2133600"/>
            <a:ext cx="11290860" cy="42672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743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>
            <a:no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5"/>
            <a:ext cx="11300036" cy="106984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8399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B6B2-2313-7E72-BF18-652CCB33A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F219A-3DAE-7A10-ACF7-FB7949059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8F94-A20A-FA46-BCBF-C781BE0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072DB-2460-A256-1598-65253057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A46EB-52AC-540C-1256-6B20307C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202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C80F-3E87-A30B-59A0-C9679E6E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B295-CD6B-2767-0120-A17607DED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5292-B07F-07E8-1BCF-A047FA5C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06125-9800-A349-662A-194B56E3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66E6D-E252-33A8-0BF2-57A189DD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5906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FF5D-D451-8986-1548-7E4CC8B8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6A3B0-481A-D935-2073-A040766A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914D-D769-535F-866F-1385C1FA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E9134-26BD-2225-D40F-CB550262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99E8-F37D-F4F7-DC3D-DE0679EF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4788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A1E1-1BA4-9EBE-4895-22C02855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1708-847D-4A93-905C-8A95DBDA8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22851-6D83-FC32-54F1-70B375A1A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1B525-82A5-E310-AFAF-0DACE6E6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C7B29-C371-E2B9-4810-E9074D34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6C929-8CC7-CC8C-59C3-D3638AE0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1904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B520-EA73-F897-4D19-AAD1BBB1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D9BD7-A0CC-9701-03CE-0B39DDDA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F4EF6-AFA5-587E-F181-8B8F74E70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08EB5-1243-0B97-D6B5-E1417F31E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C0378-CD74-E0FF-380D-1109A7499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18FA0-46FF-97E1-A562-99A6196C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DABB-21F5-0963-E44F-E51615D4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35387-5C3C-63F8-B4FA-E52D3E22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075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51BF-4BE2-E4B5-A25E-63E7264B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493EE-0416-EF36-3CFB-45436610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516EB-2D89-B9D9-C02C-A535D257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B9096-20FA-C510-288C-A9CF3E7E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83126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09A91F-DCD6-FA59-B1F4-136488CF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15405-FE77-57BA-692F-9680295F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0EC3D-A15C-3327-ABEE-BA6D84AF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197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A7FD-AB06-F305-0832-78F2CB0E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BAEE9-6B52-B147-F126-1B4A4A373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9E375-B6A1-78D9-F13D-CC6551AA0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885D6-DE67-BD07-2829-4866C19A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77CB-1EDC-952D-D391-D88A54E1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C1BF7-A01F-383A-FDAD-EBAB688F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9945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308D-7091-308D-2CBC-02A5BA82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F6584-092E-6709-8E53-7888CDB29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CF4A7-FBBB-D35C-2787-F8C66060F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B109E-BCC5-5CCE-9E30-C21C6463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B2A8-2AB4-2D04-DD3B-51848623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901D3-C459-F314-3070-CB99CE7C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3088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F523-21A7-83EA-ABC5-DDC7E0FF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3A3E7-5ECE-3F7C-6033-F33069044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6700-283E-BD6C-70D2-102C7B3E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9742D-D612-2DAD-560D-88D7BC2D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34274-6B9D-5EA2-70CB-0F03E01E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5020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103E3-A22A-BAD4-6DEF-040C49417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B3CCA-5A09-F789-6B3B-3CE1B629B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DB8DD-FCE2-1DBE-C066-8EC70A36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3F8BA-B9DA-C74F-8573-A82F25FF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9A560-BDE0-2FCE-E84B-AAF91678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2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7C573-9C4A-EB85-5C66-E497B83E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3703C-8C44-5C38-21FE-8327FC484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814-A05F-AC9C-ACE6-FAD0CF0A2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0CB90-9A56-4430-9B29-6B887EFCF27B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7742-75FD-D18E-DDB6-C0BAC4DC1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22047-327C-F84C-C648-280EC50C5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AAD8E-1D3B-4EC8-86C4-9FEF59C815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566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radar.com/home/smart-home/this-super-smart-security-camera-delivers-peace-of-mind-day-and-night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uidera.uclm.es/server/api/core/bitstreams/139c4ba2-88c9-42fe-8304-915354b81c63/conten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etf.unsa.ba/~smrdovic/publications/Mrdovic2021_Chapter_IoTForensics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system32.kr/39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mailto:hera9doe@gmail.com" TargetMode="External"/><Relationship Id="rId3" Type="http://schemas.openxmlformats.org/officeDocument/2006/relationships/image" Target="../media/image21.png"/><Relationship Id="rId7" Type="http://schemas.openxmlformats.org/officeDocument/2006/relationships/hyperlink" Target="mailto:zeus1smith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hera13@mail.com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420" y="1556971"/>
            <a:ext cx="11683340" cy="2179756"/>
          </a:xfrm>
        </p:spPr>
        <p:txBody>
          <a:bodyPr>
            <a:noAutofit/>
          </a:bodyPr>
          <a:lstStyle/>
          <a:p>
            <a:pPr algn="ctr"/>
            <a:r>
              <a:rPr lang="en-US" sz="5000" b="1" cap="none" dirty="0">
                <a:solidFill>
                  <a:schemeClr val="bg1"/>
                </a:solidFill>
              </a:rPr>
              <a:t>Forensics Investigation of IOT Devices:</a:t>
            </a:r>
            <a:br>
              <a:rPr lang="en-US" sz="5000" b="1" cap="none" dirty="0">
                <a:solidFill>
                  <a:schemeClr val="bg1"/>
                </a:solidFill>
              </a:rPr>
            </a:br>
            <a:r>
              <a:rPr lang="en-US" sz="4600" b="1" cap="none" dirty="0">
                <a:solidFill>
                  <a:schemeClr val="bg1"/>
                </a:solidFill>
              </a:rPr>
              <a:t>Principles &amp; Hands-On Experimentation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759818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7CEBFF"/>
                </a:solidFill>
              </a:rPr>
              <a:t>Student:   Natalie Lewis</a:t>
            </a:r>
          </a:p>
          <a:p>
            <a:r>
              <a:rPr lang="en-US" dirty="0">
                <a:solidFill>
                  <a:srgbClr val="7CEBFF"/>
                </a:solidFill>
              </a:rPr>
              <a:t>Supervisor:  Prof.  N. Vlajic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766234"/>
            <a:ext cx="11029616" cy="720327"/>
          </a:xfrm>
        </p:spPr>
        <p:txBody>
          <a:bodyPr>
            <a:noAutofit/>
          </a:bodyPr>
          <a:lstStyle/>
          <a:p>
            <a:r>
              <a:rPr sz="3400" b="1" dirty="0">
                <a:latin typeface="Aptos Display" panose="020B0004020202020204" pitchFamily="34" charset="0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246" y="2272119"/>
            <a:ext cx="707508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SzPct val="92000"/>
              <a:buFont typeface="Wingdings" panose="05000000000000000000" pitchFamily="2" charset="2"/>
              <a:buChar char="§"/>
              <a:defRPr sz="2000"/>
            </a:pPr>
            <a:r>
              <a:rPr lang="en-CA" sz="2200" dirty="0">
                <a:solidFill>
                  <a:schemeClr val="tx2"/>
                </a:solidFill>
              </a:rPr>
              <a:t>Acquire in-depth </a:t>
            </a:r>
            <a:r>
              <a:rPr lang="en-CA" sz="2200" b="1" dirty="0">
                <a:solidFill>
                  <a:schemeClr val="tx2"/>
                </a:solidFill>
              </a:rPr>
              <a:t>knowledge of digital forensics process</a:t>
            </a:r>
          </a:p>
          <a:p>
            <a:pPr>
              <a:buClr>
                <a:schemeClr val="accent2"/>
              </a:buClr>
              <a:buSzPct val="92000"/>
              <a:defRPr sz="2000"/>
            </a:pPr>
            <a:endParaRPr lang="en-CA" sz="2400" dirty="0">
              <a:solidFill>
                <a:schemeClr val="tx2"/>
              </a:solidFill>
            </a:endParaRPr>
          </a:p>
          <a:p>
            <a:pPr marL="342900" indent="-342900">
              <a:buClr>
                <a:schemeClr val="accent2"/>
              </a:buClr>
              <a:buSzPct val="92000"/>
              <a:buFont typeface="Wingdings" panose="05000000000000000000" pitchFamily="2" charset="2"/>
              <a:buChar char="§"/>
              <a:defRPr sz="2000"/>
            </a:pPr>
            <a:r>
              <a:rPr lang="en-CA" sz="2200" dirty="0">
                <a:solidFill>
                  <a:schemeClr val="tx2"/>
                </a:solidFill>
              </a:rPr>
              <a:t>Conduct research on </a:t>
            </a:r>
            <a:r>
              <a:rPr lang="en-CA" sz="2200" b="1" dirty="0">
                <a:solidFill>
                  <a:srgbClr val="3333FF"/>
                </a:solidFill>
              </a:rPr>
              <a:t>unique challenges and opportunities</a:t>
            </a:r>
            <a:r>
              <a:rPr lang="en-CA" sz="2200" b="1" dirty="0">
                <a:solidFill>
                  <a:schemeClr val="tx2"/>
                </a:solidFill>
              </a:rPr>
              <a:t> </a:t>
            </a:r>
            <a:r>
              <a:rPr lang="en-CA" sz="2200" dirty="0">
                <a:solidFill>
                  <a:schemeClr val="tx2"/>
                </a:solidFill>
              </a:rPr>
              <a:t>pertaining to the use of IoT devices/evidence in a forensics investigation process</a:t>
            </a:r>
          </a:p>
          <a:p>
            <a:pPr>
              <a:buClr>
                <a:schemeClr val="accent2"/>
              </a:buClr>
              <a:buSzPct val="92000"/>
              <a:defRPr sz="2000"/>
            </a:pPr>
            <a:endParaRPr lang="en-CA" sz="2200" dirty="0">
              <a:solidFill>
                <a:schemeClr val="tx2"/>
              </a:solidFill>
            </a:endParaRPr>
          </a:p>
          <a:p>
            <a:pPr marL="342900" indent="-342900">
              <a:buClr>
                <a:schemeClr val="accent2"/>
              </a:buClr>
              <a:buSzPct val="92000"/>
              <a:buFont typeface="Wingdings" panose="05000000000000000000" pitchFamily="2" charset="2"/>
              <a:buChar char="§"/>
              <a:defRPr sz="2000"/>
            </a:pPr>
            <a:r>
              <a:rPr lang="en-CA" sz="2200" dirty="0">
                <a:solidFill>
                  <a:schemeClr val="tx2"/>
                </a:solidFill>
              </a:rPr>
              <a:t>Obtain hands-on </a:t>
            </a:r>
            <a:r>
              <a:rPr lang="en-CA" sz="2200" b="1" dirty="0">
                <a:solidFill>
                  <a:schemeClr val="tx2"/>
                </a:solidFill>
              </a:rPr>
              <a:t>experience in conducting IoT forensics investigations </a:t>
            </a:r>
            <a:r>
              <a:rPr lang="en-CA" sz="2200" dirty="0">
                <a:solidFill>
                  <a:schemeClr val="tx2"/>
                </a:solidFill>
              </a:rPr>
              <a:t>using traditional forensics tools</a:t>
            </a:r>
          </a:p>
        </p:txBody>
      </p:sp>
      <p:pic>
        <p:nvPicPr>
          <p:cNvPr id="1026" name="Picture 2" descr="What is IOT Forensics? | Briskinfosec Blog">
            <a:extLst>
              <a:ext uri="{FF2B5EF4-FFF2-40B4-BE49-F238E27FC236}">
                <a16:creationId xmlns:a16="http://schemas.microsoft.com/office/drawing/2014/main" id="{61A11723-987E-90FC-50A5-16ED16FF0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20" t="10606" r="6364"/>
          <a:stretch>
            <a:fillRect/>
          </a:stretch>
        </p:blipFill>
        <p:spPr bwMode="auto">
          <a:xfrm>
            <a:off x="7814532" y="1984252"/>
            <a:ext cx="3917222" cy="410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587513"/>
          </a:xfrm>
        </p:spPr>
        <p:txBody>
          <a:bodyPr>
            <a:noAutofit/>
          </a:bodyPr>
          <a:lstStyle/>
          <a:p>
            <a:r>
              <a:rPr lang="en-US" sz="3400" b="1" dirty="0">
                <a:latin typeface="Aptos Display" panose="020B0004020202020204" pitchFamily="34" charset="0"/>
              </a:rPr>
              <a:t>Digital Forensics: 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22F82-8C27-969C-58B2-73E4F2981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442" y="1556959"/>
            <a:ext cx="6705601" cy="5104928"/>
          </a:xfrm>
        </p:spPr>
        <p:txBody>
          <a:bodyPr>
            <a:noAutofit/>
          </a:bodyPr>
          <a:lstStyle/>
          <a:p>
            <a:r>
              <a:rPr lang="en-CA" sz="2200" dirty="0"/>
              <a:t>Digital forensics uses scientific methods to </a:t>
            </a:r>
            <a:r>
              <a:rPr lang="en-CA" sz="2200" b="1" dirty="0">
                <a:solidFill>
                  <a:srgbClr val="C00000"/>
                </a:solidFill>
              </a:rPr>
              <a:t>preserve</a:t>
            </a:r>
            <a:r>
              <a:rPr lang="en-CA" sz="2200" dirty="0"/>
              <a:t>, </a:t>
            </a:r>
            <a:r>
              <a:rPr lang="en-CA" sz="2200" b="1" dirty="0">
                <a:solidFill>
                  <a:srgbClr val="C00000"/>
                </a:solidFill>
              </a:rPr>
              <a:t>analyze</a:t>
            </a:r>
            <a:r>
              <a:rPr lang="en-CA" sz="2200" dirty="0"/>
              <a:t>, and </a:t>
            </a:r>
            <a:r>
              <a:rPr lang="en-CA" sz="2200" b="1" dirty="0">
                <a:solidFill>
                  <a:srgbClr val="C00000"/>
                </a:solidFill>
              </a:rPr>
              <a:t>present</a:t>
            </a:r>
            <a:r>
              <a:rPr lang="en-CA" sz="2200" dirty="0"/>
              <a:t> digital evidence in a </a:t>
            </a:r>
            <a:r>
              <a:rPr lang="en-CA" sz="2200" b="1" dirty="0"/>
              <a:t>cyber forensics investigation</a:t>
            </a:r>
          </a:p>
          <a:p>
            <a:r>
              <a:rPr lang="en-CA" sz="2200" dirty="0"/>
              <a:t>The main goal of a digital forensics investigation is to determine </a:t>
            </a:r>
            <a:r>
              <a:rPr lang="en-CA" sz="2200" b="1" dirty="0">
                <a:solidFill>
                  <a:srgbClr val="3333FF"/>
                </a:solidFill>
              </a:rPr>
              <a:t>means</a:t>
            </a:r>
            <a:r>
              <a:rPr lang="en-CA" sz="2200" dirty="0"/>
              <a:t>, </a:t>
            </a:r>
            <a:r>
              <a:rPr lang="en-CA" sz="2200" b="1" dirty="0">
                <a:solidFill>
                  <a:srgbClr val="3333FF"/>
                </a:solidFill>
              </a:rPr>
              <a:t>motive</a:t>
            </a:r>
            <a:r>
              <a:rPr lang="en-CA" sz="2200" dirty="0"/>
              <a:t>, and </a:t>
            </a:r>
            <a:r>
              <a:rPr lang="en-CA" sz="2200" b="1" dirty="0">
                <a:solidFill>
                  <a:srgbClr val="3333FF"/>
                </a:solidFill>
              </a:rPr>
              <a:t>opportunity</a:t>
            </a:r>
            <a:r>
              <a:rPr lang="en-CA" sz="2200" dirty="0"/>
              <a:t> for</a:t>
            </a:r>
            <a:r>
              <a:rPr lang="en-CA" sz="2200" b="1" dirty="0"/>
              <a:t> why and how an attack happens</a:t>
            </a:r>
          </a:p>
          <a:p>
            <a:r>
              <a:rPr lang="en-CA" sz="2200" dirty="0"/>
              <a:t>Devices involved in a digital forensics investigation may include computers, mobile devices, storage media, cloud systems, networks, and IoTs</a:t>
            </a:r>
          </a:p>
          <a:p>
            <a:pPr>
              <a:spcAft>
                <a:spcPts val="0"/>
              </a:spcAft>
            </a:pPr>
            <a:r>
              <a:rPr lang="en-CA" sz="2200" dirty="0"/>
              <a:t>5 main stages of a digital forensics investigation:</a:t>
            </a:r>
          </a:p>
          <a:p>
            <a:pPr marL="972900" lvl="2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1800" dirty="0"/>
              <a:t>Identification</a:t>
            </a:r>
          </a:p>
          <a:p>
            <a:pPr marL="972900" lvl="2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1800" dirty="0"/>
              <a:t>Preservation</a:t>
            </a:r>
          </a:p>
          <a:p>
            <a:pPr marL="972900" lvl="2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1800" dirty="0"/>
              <a:t>Acquisition</a:t>
            </a:r>
          </a:p>
          <a:p>
            <a:pPr marL="972900" lvl="2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1800" dirty="0"/>
              <a:t>Examination</a:t>
            </a:r>
          </a:p>
          <a:p>
            <a:pPr marL="972900" lvl="2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1800" dirty="0"/>
              <a:t>Reporting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C3FE66-EC77-0C8A-7ECF-47F896737F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51211" y="2471057"/>
            <a:ext cx="4157570" cy="277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22C1-E441-F0AA-C718-64D2D60C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598399"/>
          </a:xfrm>
        </p:spPr>
        <p:txBody>
          <a:bodyPr>
            <a:noAutofit/>
          </a:bodyPr>
          <a:lstStyle/>
          <a:p>
            <a:r>
              <a:rPr lang="en-CA" b="1" dirty="0">
                <a:latin typeface="Aptos Display" panose="020B0004020202020204" pitchFamily="34" charset="0"/>
              </a:rPr>
              <a:t>Stage 1:   Identification of Digital Evidence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B815CB-4213-DC6B-74FC-D0D588098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8713" y="1599436"/>
            <a:ext cx="7380515" cy="4888449"/>
          </a:xfrm>
        </p:spPr>
        <p:txBody>
          <a:bodyPr>
            <a:noAutofit/>
          </a:bodyPr>
          <a:lstStyle/>
          <a:p>
            <a:r>
              <a:rPr lang="en-CA" sz="2200" dirty="0"/>
              <a:t>Identification determines what evidence exists and where</a:t>
            </a:r>
          </a:p>
          <a:p>
            <a:r>
              <a:rPr lang="en-CA" sz="2200" dirty="0"/>
              <a:t>Uses the </a:t>
            </a:r>
            <a:r>
              <a:rPr lang="en-CA" sz="2200" b="1" dirty="0">
                <a:solidFill>
                  <a:srgbClr val="3333FF"/>
                </a:solidFill>
              </a:rPr>
              <a:t>5WH model</a:t>
            </a:r>
            <a:r>
              <a:rPr lang="en-CA" sz="2200" dirty="0"/>
              <a:t>: 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Who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What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Where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When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Why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How 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CA" sz="1800" dirty="0"/>
          </a:p>
          <a:p>
            <a:r>
              <a:rPr lang="en-CA" sz="2200" dirty="0"/>
              <a:t>Evaluate </a:t>
            </a:r>
            <a:r>
              <a:rPr lang="en-CA" sz="2200" b="1" dirty="0"/>
              <a:t>all devices, storage media, cloud accounts</a:t>
            </a:r>
            <a:r>
              <a:rPr lang="en-CA" sz="2200" dirty="0"/>
              <a:t>,  AND all data that can be accessed on confiscated devices</a:t>
            </a:r>
          </a:p>
          <a:p>
            <a:r>
              <a:rPr lang="en-CA" sz="2200" dirty="0"/>
              <a:t>First responders must secure the scene, </a:t>
            </a:r>
            <a:r>
              <a:rPr lang="en-CA" sz="2200" b="1" dirty="0">
                <a:solidFill>
                  <a:srgbClr val="FF0000"/>
                </a:solidFill>
              </a:rPr>
              <a:t>avoid making assumptions based on how the scene is discovered</a:t>
            </a:r>
            <a:r>
              <a:rPr lang="en-CA" sz="2200" dirty="0"/>
              <a:t>, and document all observations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F6851A-9909-6AA5-C434-4282045474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194" y="2448133"/>
            <a:ext cx="3407788" cy="21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2EFE-4329-0C35-9C86-AF1AC2AAE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89" y="1729750"/>
            <a:ext cx="11029615" cy="4855029"/>
          </a:xfrm>
        </p:spPr>
        <p:txBody>
          <a:bodyPr anchor="t" anchorCtr="0">
            <a:noAutofit/>
          </a:bodyPr>
          <a:lstStyle/>
          <a:p>
            <a:r>
              <a:rPr lang="en-CA" sz="2200" dirty="0"/>
              <a:t>Evidence must be preserved exactly as it is found to maintain </a:t>
            </a:r>
            <a:r>
              <a:rPr lang="en-CA" sz="2200" b="1" dirty="0">
                <a:solidFill>
                  <a:schemeClr val="tx1"/>
                </a:solidFill>
              </a:rPr>
              <a:t>evidence integrity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sz="2200" b="1" dirty="0">
                <a:solidFill>
                  <a:srgbClr val="3333FF"/>
                </a:solidFill>
              </a:rPr>
              <a:t>Chain-of-custody</a:t>
            </a:r>
            <a:r>
              <a:rPr lang="en-CA" sz="2200" b="1" dirty="0"/>
              <a:t> </a:t>
            </a:r>
            <a:r>
              <a:rPr lang="en-CA" sz="2200" dirty="0"/>
              <a:t>document records every transfer of the evidence and traces back the chain if evidence becomes compromised</a:t>
            </a:r>
          </a:p>
          <a:p>
            <a:pPr>
              <a:spcAft>
                <a:spcPts val="0"/>
              </a:spcAft>
            </a:pPr>
            <a:r>
              <a:rPr lang="en-CA" sz="2200" b="1" dirty="0"/>
              <a:t>Techniques for data/evidence protection</a:t>
            </a:r>
            <a:r>
              <a:rPr lang="en-CA" sz="2200" dirty="0"/>
              <a:t>: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Write-blocking - Prevents original evidence from being modified 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Read-only copies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Hashing for integrity verification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CA" sz="2000" dirty="0"/>
              <a:t>Backup for redundancy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CA" sz="2200" b="1" dirty="0"/>
              <a:t>Consequences of improper data/evidence handling</a:t>
            </a:r>
            <a:r>
              <a:rPr lang="en-CA" sz="2200" dirty="0"/>
              <a:t>: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Modified timestamps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Disabling of fail-safe controls against encryption or malware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CA" sz="2000" dirty="0"/>
              <a:t>Volatile data destroyed</a:t>
            </a:r>
            <a:endParaRPr lang="en-CA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1305B-5E4C-72DF-5488-7BC2BD94980B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Stage 2:   Preservation &amp; Evidence integrity</a:t>
            </a:r>
          </a:p>
        </p:txBody>
      </p:sp>
      <p:pic>
        <p:nvPicPr>
          <p:cNvPr id="1026" name="Picture 2" descr="Evidence Form and Chain of Custody | Download Scientific Diagram">
            <a:extLst>
              <a:ext uri="{FF2B5EF4-FFF2-40B4-BE49-F238E27FC236}">
                <a16:creationId xmlns:a16="http://schemas.microsoft.com/office/drawing/2014/main" id="{A8BDDA81-EF84-C078-1CD5-5D6C94887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005" y="3309257"/>
            <a:ext cx="3039145" cy="327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90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1487-C2D9-F374-5AF0-FC69922B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48" y="1654629"/>
            <a:ext cx="11407463" cy="4855028"/>
          </a:xfrm>
        </p:spPr>
        <p:txBody>
          <a:bodyPr anchor="t" anchorCtr="0">
            <a:no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CA" sz="2200" dirty="0"/>
              <a:t>Evidence/data should be extracted for forensic analysis and stored on </a:t>
            </a:r>
            <a:r>
              <a:rPr lang="en-CA" sz="2200" b="1" dirty="0"/>
              <a:t>secure external drive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CA" sz="2200" dirty="0"/>
              <a:t>Copy is made using </a:t>
            </a:r>
            <a:r>
              <a:rPr lang="en-CA" sz="2200" b="1" dirty="0"/>
              <a:t>bit-for-bit forensic imaging</a:t>
            </a:r>
            <a:r>
              <a:rPr lang="en-CA" sz="2200" dirty="0"/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 dirty="0"/>
              <a:t>    which results in an exact sector-by-sector copy of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200" dirty="0"/>
              <a:t>    the original storage medium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CA" sz="2200" dirty="0"/>
              <a:t>Important acquisition principles: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b="1" dirty="0">
                <a:solidFill>
                  <a:srgbClr val="C00000"/>
                </a:solidFill>
                <a:latin typeface="Aptos Display" panose="020B0004020202020204" pitchFamily="34" charset="0"/>
              </a:rPr>
              <a:t>Never working with original evidence (!)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b="1" dirty="0">
                <a:solidFill>
                  <a:srgbClr val="3333FF"/>
                </a:solidFill>
                <a:latin typeface="Aptos Display" panose="020B0004020202020204" pitchFamily="34" charset="0"/>
              </a:rPr>
              <a:t>Create forensics images using sterile media</a:t>
            </a:r>
          </a:p>
          <a:p>
            <a:pPr lvl="1">
              <a:spcBef>
                <a:spcPts val="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CA" sz="2000" b="1" dirty="0">
                <a:solidFill>
                  <a:srgbClr val="3333FF"/>
                </a:solidFill>
                <a:latin typeface="Aptos Display" panose="020B0004020202020204" pitchFamily="34" charset="0"/>
              </a:rPr>
              <a:t>Protect created images with hash values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CA" sz="2200" dirty="0"/>
              <a:t>Tools for forensic imaging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FTK Imager</a:t>
            </a:r>
            <a:r>
              <a:rPr lang="en-CA" sz="2200" dirty="0"/>
              <a:t>: Previews, acquires, and verifies images</a:t>
            </a:r>
          </a:p>
          <a:p>
            <a:pPr lvl="1">
              <a:spcBef>
                <a:spcPts val="0"/>
              </a:spcBef>
            </a:pPr>
            <a:r>
              <a:rPr lang="en-CA" sz="2200" b="1" dirty="0"/>
              <a:t>PALADIN</a:t>
            </a:r>
            <a:r>
              <a:rPr lang="en-CA" sz="2200" dirty="0"/>
              <a:t>:  A bootable Linux-based forensic environment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47D59A-4633-1851-C69F-F75E1F6F3BC5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Stage 3:   Acquisition of digital evidence</a:t>
            </a:r>
          </a:p>
        </p:txBody>
      </p:sp>
      <p:pic>
        <p:nvPicPr>
          <p:cNvPr id="2052" name="Picture 4" descr="How to perform a physical acquisition on an SD card using a forensic tool">
            <a:extLst>
              <a:ext uri="{FF2B5EF4-FFF2-40B4-BE49-F238E27FC236}">
                <a16:creationId xmlns:a16="http://schemas.microsoft.com/office/drawing/2014/main" id="{0E0213E1-BA2B-1BDA-7AA9-2BF8DA0B8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816" y="2503347"/>
            <a:ext cx="4901736" cy="273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38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977A-8DEF-7B3A-24F3-1DD5ED6C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565" y="1687600"/>
            <a:ext cx="7340123" cy="4848679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Determines what happened using:</a:t>
            </a:r>
          </a:p>
          <a:p>
            <a:pPr lvl="2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b="1" dirty="0"/>
              <a:t>Timeline analysis &amp; timestamp normalization</a:t>
            </a:r>
          </a:p>
          <a:p>
            <a:pPr lvl="2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b="1" dirty="0"/>
              <a:t>Activity &amp; relationship analysis</a:t>
            </a:r>
          </a:p>
          <a:p>
            <a:pPr lvl="2">
              <a:spcBef>
                <a:spcPts val="20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CA" sz="2000" b="1" dirty="0"/>
              <a:t>File signature validation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CA" sz="2200" dirty="0"/>
              <a:t>Can detect tampering through:</a:t>
            </a:r>
          </a:p>
          <a:p>
            <a:pPr lvl="2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Altered timestamps</a:t>
            </a:r>
          </a:p>
          <a:p>
            <a:pPr lvl="2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Missing user data or applications</a:t>
            </a:r>
          </a:p>
          <a:p>
            <a:pPr lvl="2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Inconsistent databases</a:t>
            </a:r>
          </a:p>
          <a:p>
            <a:pPr lvl="2">
              <a:spcBef>
                <a:spcPts val="20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Selective deletion of information</a:t>
            </a:r>
          </a:p>
          <a:p>
            <a:pPr>
              <a:spcBef>
                <a:spcPts val="1200"/>
              </a:spcBef>
            </a:pPr>
            <a:r>
              <a:rPr lang="en-CA" sz="2200" b="1" dirty="0">
                <a:solidFill>
                  <a:srgbClr val="3333FF"/>
                </a:solidFill>
              </a:rPr>
              <a:t>Anti-forensics techniques </a:t>
            </a:r>
            <a:r>
              <a:rPr lang="en-CA" sz="2200" dirty="0"/>
              <a:t>can make forensics analysis more complex, slower, or outright impossible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AE752-EAE5-5EC4-239A-E99496EA392A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Stage 4:   examination &amp; Analysis</a:t>
            </a:r>
          </a:p>
        </p:txBody>
      </p:sp>
      <p:pic>
        <p:nvPicPr>
          <p:cNvPr id="3074" name="Picture 2" descr="Digital Forensic Timeline Analysis with Belkasoft X">
            <a:extLst>
              <a:ext uri="{FF2B5EF4-FFF2-40B4-BE49-F238E27FC236}">
                <a16:creationId xmlns:a16="http://schemas.microsoft.com/office/drawing/2014/main" id="{E7CD5DE3-B41A-C63D-0AF8-C4B028D0D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296" y="2089555"/>
            <a:ext cx="4670513" cy="326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75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71DF-5A28-DBC9-EA30-D6E6270EF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431" y="1600200"/>
            <a:ext cx="8439885" cy="4800599"/>
          </a:xfrm>
        </p:spPr>
        <p:txBody>
          <a:bodyPr anchor="t" anchorCtr="0"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CA" sz="2200" dirty="0"/>
              <a:t>Forensics report should include:</a:t>
            </a:r>
          </a:p>
          <a:p>
            <a:pPr marL="1087200" lvl="2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2000" b="1" dirty="0"/>
              <a:t>Case details &amp; scope of the investigation</a:t>
            </a:r>
          </a:p>
          <a:p>
            <a:pPr marL="1087200" lvl="2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2000" b="1" dirty="0"/>
              <a:t>Tools &amp; methods used to draw conclusions</a:t>
            </a:r>
          </a:p>
          <a:p>
            <a:pPr marL="1087200" lvl="2" indent="-4572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CA" sz="2000" b="1" dirty="0"/>
              <a:t>Findings &amp; limitations of what was found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CA" sz="2200" dirty="0"/>
              <a:t>Writing style should be built on: 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Clarity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Conciseness</a:t>
            </a:r>
          </a:p>
          <a:p>
            <a:pPr lvl="2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Correctness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CA" sz="2200" dirty="0"/>
              <a:t>Report should effectively communicate findings to both </a:t>
            </a:r>
            <a:r>
              <a:rPr lang="en-CA" sz="2200" b="1" dirty="0"/>
              <a:t>technical &amp; non-technical audiences </a:t>
            </a:r>
            <a:r>
              <a:rPr lang="en-CA" sz="2200" dirty="0"/>
              <a:t>(</a:t>
            </a:r>
            <a:r>
              <a:rPr lang="en-CA" sz="2100" dirty="0"/>
              <a:t>e.g., courts, management, decision-makers</a:t>
            </a:r>
            <a:r>
              <a:rPr lang="en-CA" sz="2200" dirty="0"/>
              <a:t>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CA" sz="2200" dirty="0"/>
              <a:t>Report should ensure </a:t>
            </a:r>
            <a:r>
              <a:rPr lang="en-CA" sz="2200" b="1" dirty="0">
                <a:solidFill>
                  <a:srgbClr val="3333FF"/>
                </a:solidFill>
              </a:rPr>
              <a:t>evidence is understandable &amp; admissible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 b="1" dirty="0">
                <a:solidFill>
                  <a:srgbClr val="3333FF"/>
                </a:solidFill>
              </a:rPr>
              <a:t>    in a legal trial</a:t>
            </a:r>
            <a:r>
              <a:rPr lang="en-CA" sz="2200" dirty="0"/>
              <a:t>,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7328C4-456F-33D6-56D5-73E0FF852F3A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Stage 5:   Reporting &amp; Presentation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FA9579-C85F-3C77-B938-406AB57E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7" y="1880181"/>
            <a:ext cx="3197324" cy="42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04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47A4-0737-C2FB-0B00-887476BAC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53" y="1608489"/>
            <a:ext cx="8806648" cy="4906611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Disk &amp; Memory Forensics are both essential to digital forensics process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 dirty="0"/>
              <a:t>    and generally complement each other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>
                <a:solidFill>
                  <a:srgbClr val="3333FF"/>
                </a:solidFill>
              </a:rPr>
              <a:t>Disk Forensics</a:t>
            </a:r>
          </a:p>
          <a:p>
            <a:pPr marL="684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Examines </a:t>
            </a:r>
            <a:r>
              <a:rPr lang="en-CA" sz="2000" b="1" dirty="0"/>
              <a:t>non-volatile storage</a:t>
            </a:r>
            <a:r>
              <a:rPr lang="en-CA" sz="2000" dirty="0"/>
              <a:t> (Hard Drives, SSDs, USBs) that retains information after a shutdown </a:t>
            </a:r>
          </a:p>
          <a:p>
            <a:pPr marL="684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Focuses on recovery of deleted files, file metadata, long-term user activity, installed applications, logs, …</a:t>
            </a:r>
          </a:p>
          <a:p>
            <a:pPr marL="342000" lvl="3" indent="0">
              <a:spcBef>
                <a:spcPts val="0"/>
              </a:spcBef>
              <a:spcAft>
                <a:spcPts val="0"/>
              </a:spcAft>
              <a:buNone/>
            </a:pPr>
            <a:endParaRPr lang="en-CA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>
                <a:solidFill>
                  <a:srgbClr val="C00000"/>
                </a:solidFill>
              </a:rPr>
              <a:t>Memory Forensics</a:t>
            </a:r>
          </a:p>
          <a:p>
            <a:pPr marL="684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Examines </a:t>
            </a:r>
            <a:r>
              <a:rPr lang="en-CA" sz="2000" b="1" dirty="0"/>
              <a:t>volatile memory (RAM) data</a:t>
            </a:r>
            <a:r>
              <a:rPr lang="en-CA" sz="2000" dirty="0"/>
              <a:t> on live systems that may disappear after a shutdown</a:t>
            </a:r>
          </a:p>
          <a:p>
            <a:pPr marL="684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Focuses on analysis of running processes, active network connections, encryption keys, injected code and fileless malware, 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2D4AFA-C3D5-0C5C-7411-26F03BA247AE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DISK &amp; MEMORY FORENSICS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71141E-B1E5-7EAF-C1F6-9EF92D45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885" y="2639857"/>
            <a:ext cx="2285362" cy="1387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AEEA82-8353-56C0-0FDB-326DD34C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886" y="4718475"/>
            <a:ext cx="2099359" cy="166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3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B92B9-0443-585E-CCAD-503A1C7A3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292" y="1600513"/>
            <a:ext cx="8016708" cy="4864099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CA" sz="2200" dirty="0"/>
              <a:t>Internet of Things (IoT) devices can range from smart homes to industrial systems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CA" sz="2200" dirty="0"/>
              <a:t>IoT evidence is often distributed across devices, networks, and cloud services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CA" sz="2200" dirty="0"/>
              <a:t>Due to limited storage, IoT devices </a:t>
            </a:r>
            <a:r>
              <a:rPr lang="en-CA" sz="2200" b="1" dirty="0"/>
              <a:t>often overwrite logs &amp; data</a:t>
            </a:r>
            <a:r>
              <a:rPr lang="en-CA" sz="2200" dirty="0"/>
              <a:t>, or store minimal amount of information locally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CA" sz="2200" dirty="0"/>
              <a:t>IoT environments utilize </a:t>
            </a:r>
            <a:r>
              <a:rPr lang="en-CA" sz="2200" b="1" dirty="0"/>
              <a:t>proprietary data formats &amp; file systems,</a:t>
            </a:r>
            <a:r>
              <a:rPr lang="en-CA" sz="2200" dirty="0"/>
              <a:t> and close-sourced software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CA" sz="2200" dirty="0">
                <a:solidFill>
                  <a:schemeClr val="tx1"/>
                </a:solidFill>
              </a:rPr>
              <a:t>As a result, </a:t>
            </a:r>
            <a:r>
              <a:rPr lang="en-CA" sz="2200" b="1" dirty="0">
                <a:solidFill>
                  <a:srgbClr val="3333FF"/>
                </a:solidFill>
              </a:rPr>
              <a:t>traditional digital forensics methods &amp; tools cannot effectively be used in IoT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CA" sz="2200" b="1" dirty="0">
                <a:solidFill>
                  <a:srgbClr val="C00000"/>
                </a:solidFill>
              </a:rPr>
              <a:t>IoT forensics is still in its infancy …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208F57-0EFD-A759-B0AD-3B6201F0B33C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IoT Forensics:  Challenges</a:t>
            </a:r>
          </a:p>
        </p:txBody>
      </p:sp>
      <p:pic>
        <p:nvPicPr>
          <p:cNvPr id="6146" name="Picture 2" descr="IoT forensics - Wikipedia">
            <a:extLst>
              <a:ext uri="{FF2B5EF4-FFF2-40B4-BE49-F238E27FC236}">
                <a16:creationId xmlns:a16="http://schemas.microsoft.com/office/drawing/2014/main" id="{B5F3D2AB-8494-2903-0B3B-470D2939C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848" y="2192019"/>
            <a:ext cx="3844780" cy="383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572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FE8C07-EC43-8260-D23E-EBEA00FDB7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3042" y="1655352"/>
            <a:ext cx="2532993" cy="142480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1C64B-DA99-0DED-FC59-0925240FD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4116" y="1674717"/>
            <a:ext cx="8444842" cy="4744298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IoT devices provide new types of contextual evidence that does not exist in traditional systems – e.g., IoT devices collect: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Environmental conditions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Movement and activity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Geo-location information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Timestamps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CA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Collected data is often stored in the Cloud =&gt; Evidence </a:t>
            </a:r>
            <a:r>
              <a:rPr lang="en-CA" sz="2200" b="1" dirty="0">
                <a:solidFill>
                  <a:srgbClr val="3333FF"/>
                </a:solidFill>
              </a:rPr>
              <a:t>much harder to destroy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Cross-correlation of data collected on multiple IoT devices can provide more comprehensive &amp; accurate timeline of events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CA" sz="2000" b="1" dirty="0">
                <a:solidFill>
                  <a:srgbClr val="3333FF"/>
                </a:solidFill>
              </a:rPr>
              <a:t>Can assist in uncovering sophisticated multi-stage attacks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94FDBA-B1CF-BAB3-9DA3-CE4A71D76E74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IoT Forensics:  New opportunities</a:t>
            </a:r>
          </a:p>
        </p:txBody>
      </p:sp>
      <p:pic>
        <p:nvPicPr>
          <p:cNvPr id="9218" name="Picture 2" descr="5 things to know about wearable IoT development | TXI">
            <a:extLst>
              <a:ext uri="{FF2B5EF4-FFF2-40B4-BE49-F238E27FC236}">
                <a16:creationId xmlns:a16="http://schemas.microsoft.com/office/drawing/2014/main" id="{A62C001D-CD05-4259-CA8B-754C58011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42" y="3137397"/>
            <a:ext cx="2530475" cy="132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he Update No One Is Talking About - GPS Update">
            <a:extLst>
              <a:ext uri="{FF2B5EF4-FFF2-40B4-BE49-F238E27FC236}">
                <a16:creationId xmlns:a16="http://schemas.microsoft.com/office/drawing/2014/main" id="{85C8F585-CF83-FA17-14C8-A5F020D8A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42" y="4516807"/>
            <a:ext cx="2530474" cy="189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144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BA56-6FB5-B84F-BA7B-B072A3B45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92" y="1626164"/>
            <a:ext cx="11029615" cy="4850838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Preparation</a:t>
            </a:r>
            <a:r>
              <a:rPr lang="en-CA" sz="2200" dirty="0"/>
              <a:t>: Identify all devices interacting with the environment, map communication paths between devices / network / cloud services, and prioritize likely evidence sources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Acquisition</a:t>
            </a:r>
            <a:r>
              <a:rPr lang="en-CA" sz="2200" dirty="0"/>
              <a:t>: Collect data from device storage, network traffic captures, and cloud logs, use live acquisition when physical isn’t an option, and create copies while maintaining integrity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Analysis</a:t>
            </a:r>
            <a:r>
              <a:rPr lang="en-CA" sz="2200" dirty="0"/>
              <a:t>: Extract system logs, application data, user interactions, and communication traces, correlate artifacts to reconstruct attacker actions (</a:t>
            </a:r>
            <a:r>
              <a:rPr lang="en-CA" sz="2200" b="1" dirty="0">
                <a:solidFill>
                  <a:srgbClr val="FF0000"/>
                </a:solidFill>
              </a:rPr>
              <a:t>account for unsynchronized clocks</a:t>
            </a:r>
            <a:r>
              <a:rPr lang="en-CA" sz="22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Evaluation</a:t>
            </a:r>
            <a:r>
              <a:rPr lang="en-CA" sz="2200" dirty="0"/>
              <a:t>: Build a unified event timeline, validate relationships between evidence sources, and confirm consistency across devices and network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b="1" dirty="0"/>
              <a:t>Post-process</a:t>
            </a:r>
            <a:r>
              <a:rPr lang="en-CA" sz="2200" dirty="0"/>
              <a:t>: Report findings for legal presentation, return evidence to operational state, and </a:t>
            </a:r>
            <a:r>
              <a:rPr lang="en-CA" sz="2200" b="1" dirty="0">
                <a:solidFill>
                  <a:srgbClr val="3333FF"/>
                </a:solidFill>
              </a:rPr>
              <a:t>update forensic procedures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123485-BAE8-44F1-6354-B5B1B7733191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IoT Forensics:  Proposed methodology  [</a:t>
            </a:r>
            <a:r>
              <a:rPr lang="en-CA" sz="3400" b="1" cap="none" dirty="0">
                <a:latin typeface="Aptos Display" panose="020B0004020202020204" pitchFamily="34" charset="0"/>
              </a:rPr>
              <a:t>1</a:t>
            </a:r>
            <a:r>
              <a:rPr lang="en-CA" sz="3400" b="1" dirty="0">
                <a:latin typeface="Aptos Display" panose="020B000402020202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ABFA8-B0A9-EC08-D06B-CA264EF5B2A8}"/>
              </a:ext>
            </a:extLst>
          </p:cNvPr>
          <p:cNvSpPr txBox="1"/>
          <p:nvPr/>
        </p:nvSpPr>
        <p:spPr>
          <a:xfrm>
            <a:off x="428792" y="6039938"/>
            <a:ext cx="11334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J. M. C. Gomez et al., ”A context-centered methodology for IoT forensics investigations”, International Journal of Information Security, 2021. </a:t>
            </a:r>
            <a:r>
              <a:rPr lang="en-US" sz="16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https://ruidera.uclm.es/server/api/core/bitstreams/139c4ba2-88c9-42fe-8304-915354b81c63/content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endParaRPr lang="en-CA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51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E8609-6281-BAB9-165D-017E73926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565" y="1942447"/>
            <a:ext cx="5422390" cy="4363297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Forensic data that can be obtained from a Fitbit smartwatch include: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Continuous heart-rate measurements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Step counts and movement intensity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Sleep cycles and inactivity periods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GPS location and travel patterns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Calorie expenditure and exercise sessions</a:t>
            </a:r>
          </a:p>
          <a:p>
            <a:pPr marL="648900" lvl="3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CA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Extraction involves </a:t>
            </a:r>
            <a:r>
              <a:rPr lang="en-CA" sz="2200" b="1" dirty="0"/>
              <a:t>retrieving data from the smartphone application </a:t>
            </a:r>
            <a:r>
              <a:rPr lang="en-CA" sz="2200" dirty="0"/>
              <a:t>associated with the watch and examining records by minute-level intervals to build timelines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1AE3-59F4-3AB0-2B51-824EF662D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5413" y="1942447"/>
            <a:ext cx="5974021" cy="2022430"/>
          </a:xfrm>
        </p:spPr>
        <p:txBody>
          <a:bodyPr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2200" dirty="0"/>
              <a:t>During an investigation, we can determine: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C00000"/>
                </a:solidFill>
              </a:rPr>
              <a:t>Whether a victim was alive, unconscious, or dead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C00000"/>
                </a:solidFill>
              </a:rPr>
              <a:t>Estimate the time of death or injury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C00000"/>
                </a:solidFill>
              </a:rPr>
              <a:t>Verify alibis through movement tracking &amp; timestamps</a:t>
            </a:r>
          </a:p>
          <a:p>
            <a:pPr marL="648900" lvl="3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C00000"/>
                </a:solidFill>
              </a:rPr>
              <a:t>Detect unusual activity spikes or sudden inactivity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CD5D9-89BA-2EF8-6497-51ED87166836}"/>
              </a:ext>
            </a:extLst>
          </p:cNvPr>
          <p:cNvSpPr txBox="1"/>
          <p:nvPr/>
        </p:nvSpPr>
        <p:spPr>
          <a:xfrm>
            <a:off x="442565" y="1454667"/>
            <a:ext cx="11306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Aptos Display" panose="020B0004020202020204" pitchFamily="34" charset="0"/>
              </a:rPr>
              <a:t>Smartwatches and other wearable devices are becoming high-value forensic artifacts!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A716F7-DC22-4006-CCA3-AA6110A8D61E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Example analysis with </a:t>
            </a:r>
            <a:r>
              <a:rPr lang="en-CA" sz="3400" b="1" dirty="0" err="1">
                <a:latin typeface="Aptos Display" panose="020B0004020202020204" pitchFamily="34" charset="0"/>
              </a:rPr>
              <a:t>fitbit</a:t>
            </a:r>
            <a:r>
              <a:rPr lang="en-CA" sz="3400" b="1" dirty="0">
                <a:latin typeface="Aptos Display" panose="020B0004020202020204" pitchFamily="34" charset="0"/>
              </a:rPr>
              <a:t> smartwatch  [1]</a:t>
            </a:r>
          </a:p>
        </p:txBody>
      </p:sp>
      <p:pic>
        <p:nvPicPr>
          <p:cNvPr id="11266" name="Picture 2" descr="Work to Wellness | Does the Fitbit Make You Neurotic?">
            <a:extLst>
              <a:ext uri="{FF2B5EF4-FFF2-40B4-BE49-F238E27FC236}">
                <a16:creationId xmlns:a16="http://schemas.microsoft.com/office/drawing/2014/main" id="{8B0A7E37-4AD7-7B2D-0A34-307630771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053" y="4100272"/>
            <a:ext cx="4060798" cy="203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D47E9E-0945-EE33-118F-9A1252BAE4C5}"/>
              </a:ext>
            </a:extLst>
          </p:cNvPr>
          <p:cNvSpPr txBox="1"/>
          <p:nvPr/>
        </p:nvSpPr>
        <p:spPr>
          <a:xfrm>
            <a:off x="442565" y="6111409"/>
            <a:ext cx="11306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A. P. Jose, “Smartwatches in Crime Investigation and Digital Forensics: Exploring Possibilities and Applications”, 11th International Conference on Smart Computing and Communications (ICSCC), 2025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203666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A6A2C-8676-AAE4-3D4F-3D300636B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526" y="2065908"/>
            <a:ext cx="5422390" cy="3884925"/>
          </a:xfrm>
        </p:spPr>
        <p:txBody>
          <a:bodyPr>
            <a:noAutofit/>
          </a:bodyPr>
          <a:lstStyle/>
          <a:p>
            <a:r>
              <a:rPr lang="en-CA" sz="2200" dirty="0"/>
              <a:t>Given scenario:  A woman was murdered and her husband is the primary suspect</a:t>
            </a:r>
          </a:p>
          <a:p>
            <a:r>
              <a:rPr lang="en-CA" sz="2200" dirty="0"/>
              <a:t>Goal: </a:t>
            </a:r>
            <a:r>
              <a:rPr lang="en-CA" sz="2200" b="1" dirty="0"/>
              <a:t>Use artifacts </a:t>
            </a:r>
            <a:r>
              <a:rPr lang="en-CA" sz="2200" dirty="0"/>
              <a:t>to forensically determine who killed her</a:t>
            </a:r>
          </a:p>
          <a:p>
            <a:r>
              <a:rPr lang="en-CA" sz="2200" dirty="0"/>
              <a:t>Challenges presented</a:t>
            </a:r>
          </a:p>
          <a:p>
            <a:pPr lvl="1"/>
            <a:r>
              <a:rPr lang="en-CA" sz="2000" dirty="0"/>
              <a:t>Evidence distributed across </a:t>
            </a:r>
            <a:r>
              <a:rPr lang="en-CA" sz="2000" b="1" dirty="0"/>
              <a:t>devices and cloud storage </a:t>
            </a:r>
            <a:r>
              <a:rPr lang="en-CA" sz="2000" dirty="0">
                <a:sym typeface="Wingdings" panose="05000000000000000000" pitchFamily="2" charset="2"/>
              </a:rPr>
              <a:t> large volume of data</a:t>
            </a:r>
            <a:endParaRPr lang="en-CA" sz="2000" dirty="0"/>
          </a:p>
          <a:p>
            <a:pPr lvl="1"/>
            <a:r>
              <a:rPr lang="en-CA" sz="2000" b="1" dirty="0">
                <a:solidFill>
                  <a:srgbClr val="FF0000"/>
                </a:solidFill>
              </a:rPr>
              <a:t>Need credentials </a:t>
            </a:r>
            <a:r>
              <a:rPr lang="en-CA" sz="2000" dirty="0"/>
              <a:t>to access remote data</a:t>
            </a:r>
          </a:p>
          <a:p>
            <a:pPr lvl="1"/>
            <a:r>
              <a:rPr lang="en-CA" sz="2000" dirty="0"/>
              <a:t>Multiple ecosystems that require specialist knowledge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03C55-8BFD-AAD9-97E8-E807F1B8E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1837140"/>
            <a:ext cx="5422392" cy="4402601"/>
          </a:xfrm>
        </p:spPr>
        <p:txBody>
          <a:bodyPr>
            <a:noAutofit/>
          </a:bodyPr>
          <a:lstStyle/>
          <a:p>
            <a:r>
              <a:rPr lang="en-CA" sz="2200" dirty="0"/>
              <a:t>Findings</a:t>
            </a:r>
          </a:p>
          <a:p>
            <a:pPr lvl="1"/>
            <a:r>
              <a:rPr lang="en-CA" sz="2000" dirty="0"/>
              <a:t>Timeline reconstruction </a:t>
            </a:r>
            <a:r>
              <a:rPr lang="en-CA" sz="2000" b="1" dirty="0">
                <a:solidFill>
                  <a:srgbClr val="3333FF"/>
                </a:solidFill>
              </a:rPr>
              <a:t>built from 6 data sources</a:t>
            </a:r>
          </a:p>
          <a:p>
            <a:pPr lvl="1"/>
            <a:r>
              <a:rPr lang="en-CA" sz="2000" dirty="0"/>
              <a:t>Irrelevant personal data was exposed, which </a:t>
            </a:r>
            <a:r>
              <a:rPr lang="en-CA" sz="2000" b="1" dirty="0">
                <a:solidFill>
                  <a:srgbClr val="FF0000"/>
                </a:solidFill>
              </a:rPr>
              <a:t>raised privacy concerns</a:t>
            </a:r>
          </a:p>
          <a:p>
            <a:r>
              <a:rPr lang="en-CA" sz="2200" dirty="0"/>
              <a:t>Lessons learned</a:t>
            </a:r>
          </a:p>
          <a:p>
            <a:pPr lvl="1"/>
            <a:r>
              <a:rPr lang="en-CA" sz="2000" dirty="0"/>
              <a:t>Existing digital forensics tools are insufficient</a:t>
            </a:r>
          </a:p>
          <a:p>
            <a:pPr lvl="1"/>
            <a:r>
              <a:rPr lang="en-CA" sz="2000" b="1" dirty="0"/>
              <a:t>Cross-device correlation is essential</a:t>
            </a:r>
          </a:p>
          <a:p>
            <a:pPr lvl="1"/>
            <a:r>
              <a:rPr lang="en-CA" sz="2000" dirty="0"/>
              <a:t>Investigations </a:t>
            </a:r>
            <a:r>
              <a:rPr lang="en-CA" sz="2000" b="1" dirty="0"/>
              <a:t>require multidisciplinary expertise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D60BE-9E2C-D051-E455-373FF53C0E7F}"/>
              </a:ext>
            </a:extLst>
          </p:cNvPr>
          <p:cNvSpPr txBox="1"/>
          <p:nvPr/>
        </p:nvSpPr>
        <p:spPr>
          <a:xfrm>
            <a:off x="992886" y="1458449"/>
            <a:ext cx="97843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/>
              <a:t>This challenge highlights both the power and complexity of IoT Forensics!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49DAFB-55CE-05F3-60F3-0A3C154BBCC3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IoT forensics challenge   [1]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02E6EC-BF31-82BC-902F-49A6AABDD451}"/>
              </a:ext>
            </a:extLst>
          </p:cNvPr>
          <p:cNvSpPr txBox="1"/>
          <p:nvPr/>
        </p:nvSpPr>
        <p:spPr>
          <a:xfrm>
            <a:off x="528069" y="6146874"/>
            <a:ext cx="11320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S. </a:t>
            </a:r>
            <a:r>
              <a:rPr lang="en-US" sz="1600" dirty="0" err="1"/>
              <a:t>Mrdovic</a:t>
            </a:r>
            <a:r>
              <a:rPr lang="en-US" sz="1600" dirty="0"/>
              <a:t>, “IoT Forensics”, Chapter 13 in “Security of Ubiquitous Computing Systems”, 2021. </a:t>
            </a:r>
            <a:r>
              <a:rPr lang="en-US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https://people.etf.unsa.ba/~smrdovic/publications/Mrdovic2021_Chapter_IoTForensics.pdf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endParaRPr lang="en-CA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2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2FEF-B2E4-EC36-0C70-8E7DACCEB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785" y="1683655"/>
            <a:ext cx="5422390" cy="4532621"/>
          </a:xfrm>
        </p:spPr>
        <p:txBody>
          <a:bodyPr>
            <a:noAutofit/>
          </a:bodyPr>
          <a:lstStyle/>
          <a:p>
            <a:r>
              <a:rPr lang="en-CA" sz="2200" dirty="0"/>
              <a:t>Conducted a digital forensic investigation through NDG labs of two IoT devices</a:t>
            </a:r>
          </a:p>
          <a:p>
            <a:pPr lvl="1"/>
            <a:r>
              <a:rPr lang="en-CA" sz="2000" dirty="0"/>
              <a:t>Amazon Echo Dot (2014 version)</a:t>
            </a:r>
          </a:p>
          <a:p>
            <a:pPr lvl="1"/>
            <a:r>
              <a:rPr lang="en-CA" sz="2000" dirty="0"/>
              <a:t>Samsung Smartwatch didn’t reveal the exact model, but it was activated in 2014</a:t>
            </a:r>
          </a:p>
          <a:p>
            <a:pPr lvl="1"/>
            <a:endParaRPr lang="en-CA" sz="1000" dirty="0"/>
          </a:p>
          <a:p>
            <a:r>
              <a:rPr lang="en-CA" sz="2200" dirty="0"/>
              <a:t>Obtained the disk images and performed </a:t>
            </a:r>
            <a:r>
              <a:rPr lang="en-CA" sz="2200" b="1" dirty="0">
                <a:solidFill>
                  <a:srgbClr val="FF0000"/>
                </a:solidFill>
              </a:rPr>
              <a:t>acquisition and analysis</a:t>
            </a:r>
            <a:r>
              <a:rPr lang="en-CA" sz="2200" dirty="0"/>
              <a:t> of the forensic stages on the device data</a:t>
            </a:r>
          </a:p>
          <a:p>
            <a:endParaRPr lang="en-CA" sz="1200" dirty="0"/>
          </a:p>
          <a:p>
            <a:r>
              <a:rPr lang="en-CA" sz="2200" b="1" dirty="0"/>
              <a:t>Goal</a:t>
            </a:r>
            <a:r>
              <a:rPr lang="en-CA" sz="2200" dirty="0"/>
              <a:t>: Extract and analyze stored data to identify user accounts, communications and device usage patterns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88C877-66E6-75C2-0337-809380933B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419" y="2228002"/>
            <a:ext cx="3231626" cy="3677897"/>
          </a:xfrm>
          <a:prstGeom prst="rect">
            <a:avLst/>
          </a:prstGeom>
        </p:spPr>
      </p:pic>
      <p:pic>
        <p:nvPicPr>
          <p:cNvPr id="1026" name="Picture 2" descr="Amazon announces Echo, a $199 voice-driven home assistant - Ars Technica">
            <a:extLst>
              <a:ext uri="{FF2B5EF4-FFF2-40B4-BE49-F238E27FC236}">
                <a16:creationId xmlns:a16="http://schemas.microsoft.com/office/drawing/2014/main" id="{D486004E-47D2-C68E-7B6A-9F2EB0580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551" y="1901158"/>
            <a:ext cx="1609102" cy="428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84E9C1B-6DF5-4DF0-1C64-07BE92B8D67C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Overview</a:t>
            </a:r>
          </a:p>
        </p:txBody>
      </p:sp>
    </p:spTree>
    <p:extLst>
      <p:ext uri="{BB962C8B-B14F-4D97-AF65-F5344CB8AC3E}">
        <p14:creationId xmlns:p14="http://schemas.microsoft.com/office/powerpoint/2010/main" val="3861844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324C0-377C-C850-22ED-57FBF20CA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001" y="1550665"/>
            <a:ext cx="4853010" cy="5036402"/>
          </a:xfrm>
        </p:spPr>
        <p:txBody>
          <a:bodyPr>
            <a:noAutofit/>
          </a:bodyPr>
          <a:lstStyle/>
          <a:p>
            <a:r>
              <a:rPr lang="en-CA" sz="2200" dirty="0"/>
              <a:t>FTK Imager</a:t>
            </a:r>
          </a:p>
          <a:p>
            <a:pPr lvl="1"/>
            <a:r>
              <a:rPr lang="en-CA" sz="2000" dirty="0"/>
              <a:t>Explore disk images and recover forensic artifacts</a:t>
            </a:r>
          </a:p>
          <a:p>
            <a:pPr lvl="1"/>
            <a:r>
              <a:rPr lang="en-CA" sz="2000" dirty="0"/>
              <a:t>Preserves evidence without modifying the original data</a:t>
            </a:r>
          </a:p>
          <a:p>
            <a:pPr lvl="1"/>
            <a:r>
              <a:rPr lang="en-CA" sz="2000" dirty="0"/>
              <a:t>Allows investigators to </a:t>
            </a:r>
            <a:r>
              <a:rPr lang="en-CA" sz="2000" b="1" dirty="0"/>
              <a:t>browse file systems and extract files</a:t>
            </a:r>
          </a:p>
          <a:p>
            <a:pPr marL="324000" lvl="1" indent="0">
              <a:buNone/>
            </a:pPr>
            <a:endParaRPr lang="en-CA" sz="2000" b="1" dirty="0"/>
          </a:p>
          <a:p>
            <a:r>
              <a:rPr lang="en-CA" sz="2200" dirty="0"/>
              <a:t>DB Browser for SQLite</a:t>
            </a:r>
          </a:p>
          <a:p>
            <a:pPr lvl="1"/>
            <a:r>
              <a:rPr lang="en-CA" sz="2000" dirty="0"/>
              <a:t>Analyze device databases</a:t>
            </a:r>
          </a:p>
          <a:p>
            <a:pPr lvl="1"/>
            <a:r>
              <a:rPr lang="en-CA" sz="2000" dirty="0"/>
              <a:t>Allows investigators to </a:t>
            </a:r>
            <a:r>
              <a:rPr lang="en-CA" sz="2000" b="1" dirty="0"/>
              <a:t>view tables, run SQL queries, and export forensic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AFFCD9-98A4-63E6-35C6-68214ADFAA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89022" y="4430020"/>
            <a:ext cx="5610604" cy="2427980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358677F-F3D3-D0D9-1144-6B2FD10326C1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utilized Tools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2E87DB-83F5-5DB9-7583-5B524E9967F4}"/>
              </a:ext>
            </a:extLst>
          </p:cNvPr>
          <p:cNvSpPr txBox="1">
            <a:spLocks/>
          </p:cNvSpPr>
          <p:nvPr/>
        </p:nvSpPr>
        <p:spPr>
          <a:xfrm>
            <a:off x="5431489" y="1584531"/>
            <a:ext cx="6252422" cy="26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dirty="0"/>
              <a:t>From the smartwatch, the Ext4 file system was observed</a:t>
            </a:r>
          </a:p>
          <a:p>
            <a:pPr lvl="1"/>
            <a:r>
              <a:rPr lang="en-CA" sz="2000" dirty="0"/>
              <a:t>It’s common in Android and Linux systems</a:t>
            </a:r>
          </a:p>
          <a:p>
            <a:pPr lvl="1"/>
            <a:r>
              <a:rPr lang="en-CA" sz="2000" dirty="0"/>
              <a:t>It </a:t>
            </a:r>
            <a:r>
              <a:rPr lang="en-CA" sz="2000" b="1" dirty="0"/>
              <a:t>stores application data, system configuration files, and user artifacts</a:t>
            </a:r>
          </a:p>
          <a:p>
            <a:r>
              <a:rPr lang="en-CA" sz="2200" dirty="0"/>
              <a:t>Additional evidence is found in system logs, databases, and configuration files</a:t>
            </a:r>
          </a:p>
        </p:txBody>
      </p:sp>
    </p:spTree>
    <p:extLst>
      <p:ext uri="{BB962C8B-B14F-4D97-AF65-F5344CB8AC3E}">
        <p14:creationId xmlns:p14="http://schemas.microsoft.com/office/powerpoint/2010/main" val="296449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1D94-D099-6138-19F6-01B79BBD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3" y="2332266"/>
            <a:ext cx="6505409" cy="2657475"/>
          </a:xfrm>
        </p:spPr>
        <p:txBody>
          <a:bodyPr>
            <a:noAutofit/>
          </a:bodyPr>
          <a:lstStyle/>
          <a:p>
            <a:r>
              <a:rPr lang="en-CA" sz="2200" dirty="0"/>
              <a:t>Contained several artifacts that revealed the user’s behaviour, including activity history</a:t>
            </a:r>
          </a:p>
          <a:p>
            <a:r>
              <a:rPr lang="en-CA" sz="2200" dirty="0"/>
              <a:t>Media folder stores synchronized photos, videos, and other media files</a:t>
            </a:r>
          </a:p>
          <a:p>
            <a:r>
              <a:rPr lang="en-CA" sz="2200" b="1" dirty="0"/>
              <a:t>.thumb folder</a:t>
            </a:r>
            <a:r>
              <a:rPr lang="en-CA" sz="2200" dirty="0"/>
              <a:t>:  A hidden folder that contains thumbnails of the items in the media folder and deleted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F7BA8-5A6D-B006-44A5-F1FCE926A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11" y="1505328"/>
            <a:ext cx="11143778" cy="649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88C91B-CA7F-511C-2985-57E20DE68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9" r="-8"/>
          <a:stretch>
            <a:fillRect/>
          </a:stretch>
        </p:blipFill>
        <p:spPr>
          <a:xfrm>
            <a:off x="7000899" y="2337568"/>
            <a:ext cx="4714685" cy="2394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6E7A2B-CEC6-A8D6-BADA-0EA1C617B078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smartwatch results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0C4445-2169-09F2-DBE4-CA2924D48EB4}"/>
              </a:ext>
            </a:extLst>
          </p:cNvPr>
          <p:cNvSpPr txBox="1">
            <a:spLocks/>
          </p:cNvSpPr>
          <p:nvPr/>
        </p:nvSpPr>
        <p:spPr>
          <a:xfrm>
            <a:off x="485953" y="5056145"/>
            <a:ext cx="11220094" cy="1676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dirty="0"/>
              <a:t>A </a:t>
            </a:r>
            <a:r>
              <a:rPr lang="en-CA" sz="2200" b="1" dirty="0"/>
              <a:t>user profile was found </a:t>
            </a:r>
            <a:r>
              <a:rPr lang="en-CA" sz="2200" dirty="0"/>
              <a:t>in the health database, and it was created on March 17, 2019 at 7:07pm</a:t>
            </a:r>
          </a:p>
          <a:p>
            <a:r>
              <a:rPr lang="en-CA" sz="2200" dirty="0"/>
              <a:t>Heart rate logs were also recovered, but only recorded between March 17 7:44pm-11:51pm and March 18 1:25pm-1:30pm</a:t>
            </a:r>
          </a:p>
        </p:txBody>
      </p:sp>
    </p:spTree>
    <p:extLst>
      <p:ext uri="{BB962C8B-B14F-4D97-AF65-F5344CB8AC3E}">
        <p14:creationId xmlns:p14="http://schemas.microsoft.com/office/powerpoint/2010/main" val="3601299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62629-F5AA-364E-C41D-346EA867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82" y="1544865"/>
            <a:ext cx="5910931" cy="1463769"/>
          </a:xfrm>
        </p:spPr>
        <p:txBody>
          <a:bodyPr>
            <a:noAutofit/>
          </a:bodyPr>
          <a:lstStyle/>
          <a:p>
            <a:r>
              <a:rPr lang="en-CA" sz="2200" dirty="0"/>
              <a:t>Movement data</a:t>
            </a:r>
          </a:p>
          <a:p>
            <a:pPr lvl="1"/>
            <a:r>
              <a:rPr lang="en-CA" sz="2000" b="1" dirty="0">
                <a:solidFill>
                  <a:srgbClr val="FF0000"/>
                </a:solidFill>
              </a:rPr>
              <a:t>Very little movement </a:t>
            </a:r>
            <a:r>
              <a:rPr lang="en-CA" sz="2000" dirty="0"/>
              <a:t>detected</a:t>
            </a:r>
          </a:p>
          <a:p>
            <a:pPr lvl="1"/>
            <a:r>
              <a:rPr lang="en-CA" sz="2000" dirty="0"/>
              <a:t>Step records taken on March 17 with 135 steps and March 18 with 222 steps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0106DA-5726-073D-B8AB-34686E67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8191"/>
            <a:ext cx="5755966" cy="683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4322A3-689B-A1ED-5E87-6C9DAC9E7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45" y="5006958"/>
            <a:ext cx="11498038" cy="1693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D82648-6856-814E-C846-6B681F2C6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631856"/>
            <a:ext cx="5086183" cy="100635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52B5A6C-C7F7-7855-1B92-8B5D23858BAC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smartwatch results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1C0235-C424-5A25-83BC-980DABAFB506}"/>
              </a:ext>
            </a:extLst>
          </p:cNvPr>
          <p:cNvSpPr txBox="1">
            <a:spLocks/>
          </p:cNvSpPr>
          <p:nvPr/>
        </p:nvSpPr>
        <p:spPr>
          <a:xfrm>
            <a:off x="383582" y="2988173"/>
            <a:ext cx="11332001" cy="2450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Communication data</a:t>
            </a:r>
          </a:p>
          <a:p>
            <a:pPr lvl="1"/>
            <a:r>
              <a:rPr lang="en-US" sz="2000" b="1" dirty="0"/>
              <a:t>Email registered </a:t>
            </a:r>
            <a:r>
              <a:rPr lang="en-US" sz="2000" dirty="0"/>
              <a:t>to the device is </a:t>
            </a:r>
            <a:r>
              <a:rPr lang="en-US" sz="2000" dirty="0">
                <a:solidFill>
                  <a:srgbClr val="3333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hera13@mail.com</a:t>
            </a:r>
            <a:endParaRPr lang="en-US" sz="2000" dirty="0">
              <a:solidFill>
                <a:srgbClr val="3333FF"/>
              </a:solidFill>
            </a:endParaRPr>
          </a:p>
          <a:p>
            <a:pPr lvl="1"/>
            <a:r>
              <a:rPr lang="en-US" sz="2000" dirty="0"/>
              <a:t>Communications occurred between </a:t>
            </a:r>
            <a:r>
              <a:rPr lang="en-US" sz="2000" dirty="0">
                <a:solidFill>
                  <a:srgbClr val="3333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zeus1smith@gmail.com</a:t>
            </a:r>
            <a:r>
              <a:rPr lang="en-US" sz="2000" dirty="0">
                <a:solidFill>
                  <a:srgbClr val="3333FF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3333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hera9doe@gmail.com</a:t>
            </a:r>
            <a:endParaRPr lang="en-US" sz="2000" dirty="0">
              <a:solidFill>
                <a:srgbClr val="3333FF"/>
              </a:solidFill>
            </a:endParaRPr>
          </a:p>
          <a:p>
            <a:pPr lvl="1"/>
            <a:r>
              <a:rPr lang="en-US" sz="2000" b="1" dirty="0"/>
              <a:t>Phone logs </a:t>
            </a:r>
            <a:r>
              <a:rPr lang="en-US" sz="2000" dirty="0"/>
              <a:t>show the most calls occurred between Hera Doe and Zeus Smith to 214-892-8643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51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72D1-962E-4ADF-17F1-520BBC871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192" y="3470997"/>
            <a:ext cx="7105005" cy="1604274"/>
          </a:xfrm>
        </p:spPr>
        <p:txBody>
          <a:bodyPr>
            <a:noAutofit/>
          </a:bodyPr>
          <a:lstStyle/>
          <a:p>
            <a:r>
              <a:rPr lang="en-CA" sz="2200" dirty="0"/>
              <a:t>Contained important information regarding account details and network configuration</a:t>
            </a:r>
          </a:p>
          <a:p>
            <a:r>
              <a:rPr lang="en-CA" sz="2200" dirty="0"/>
              <a:t>WPA Supplicant revealed the connected </a:t>
            </a:r>
            <a:r>
              <a:rPr lang="en-CA" sz="2200" dirty="0" err="1"/>
              <a:t>WiFi</a:t>
            </a:r>
            <a:r>
              <a:rPr lang="en-CA" sz="2200" dirty="0"/>
              <a:t> network, the passphrase, and authentication protocol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985DE-9CBA-DFDE-17C1-EE15B6996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198" y="1507795"/>
            <a:ext cx="4204912" cy="3604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4BF5CA-C001-8C79-41E4-A10FC237E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" y="1575527"/>
            <a:ext cx="6650961" cy="169879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D57C385-9DF1-6EE3-EBB8-D3501D24D907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Echo dot results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14B101-059D-76D0-F45C-524702475B94}"/>
              </a:ext>
            </a:extLst>
          </p:cNvPr>
          <p:cNvSpPr txBox="1">
            <a:spLocks/>
          </p:cNvSpPr>
          <p:nvPr/>
        </p:nvSpPr>
        <p:spPr>
          <a:xfrm>
            <a:off x="415192" y="5126979"/>
            <a:ext cx="11195617" cy="1566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dirty="0"/>
              <a:t>Network history showed the router’s BSSID, gateway MAC address, 2.4Ghz and 5GHz access point identifiers, and internet validation status </a:t>
            </a:r>
          </a:p>
          <a:p>
            <a:r>
              <a:rPr lang="en-CA" sz="2200" dirty="0"/>
              <a:t>Can help investigators </a:t>
            </a:r>
            <a:r>
              <a:rPr lang="en-CA" sz="2200" b="1" dirty="0"/>
              <a:t>link the device to a specific network and identify the device’s location</a:t>
            </a:r>
          </a:p>
        </p:txBody>
      </p:sp>
    </p:spTree>
    <p:extLst>
      <p:ext uri="{BB962C8B-B14F-4D97-AF65-F5344CB8AC3E}">
        <p14:creationId xmlns:p14="http://schemas.microsoft.com/office/powerpoint/2010/main" val="4206360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529FF-A448-6CDB-7559-D2E1452A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92" y="1554323"/>
            <a:ext cx="5667208" cy="4656202"/>
          </a:xfrm>
        </p:spPr>
        <p:txBody>
          <a:bodyPr>
            <a:noAutofit/>
          </a:bodyPr>
          <a:lstStyle/>
          <a:p>
            <a:r>
              <a:rPr lang="en-CA" sz="2200" dirty="0"/>
              <a:t>Smartwatch behaviour</a:t>
            </a:r>
          </a:p>
          <a:p>
            <a:pPr lvl="1"/>
            <a:r>
              <a:rPr lang="en-CA" sz="2000" dirty="0"/>
              <a:t>Physical movement was limited, which shows inactivity when the smartwatch was on</a:t>
            </a:r>
          </a:p>
          <a:p>
            <a:pPr lvl="1"/>
            <a:r>
              <a:rPr lang="en-CA" sz="2000" dirty="0"/>
              <a:t>Health logs were inconsistent, which shows the user didn’t wear the smartwatch consistently or</a:t>
            </a:r>
            <a:r>
              <a:rPr lang="en-CA" sz="2000" b="1" dirty="0"/>
              <a:t> </a:t>
            </a:r>
            <a:r>
              <a:rPr lang="en-CA" sz="2000" b="1" dirty="0">
                <a:solidFill>
                  <a:srgbClr val="FF0000"/>
                </a:solidFill>
              </a:rPr>
              <a:t>potential evidence tampering</a:t>
            </a:r>
            <a:endParaRPr lang="en-CA" sz="2000" dirty="0">
              <a:solidFill>
                <a:srgbClr val="FF0000"/>
              </a:solidFill>
            </a:endParaRPr>
          </a:p>
          <a:p>
            <a:pPr lvl="1"/>
            <a:r>
              <a:rPr lang="en-CA" sz="2000" dirty="0"/>
              <a:t>Last activity was the Contacts application, which indicates Hera </a:t>
            </a:r>
            <a:r>
              <a:rPr lang="en-CA" sz="2000" b="1" dirty="0"/>
              <a:t>may have contacted someone </a:t>
            </a:r>
            <a:r>
              <a:rPr lang="en-CA" sz="2000" dirty="0"/>
              <a:t>before the device was examined</a:t>
            </a:r>
          </a:p>
          <a:p>
            <a:pPr lvl="1"/>
            <a:r>
              <a:rPr lang="en-CA" sz="2000" dirty="0"/>
              <a:t>Only communication between Zeus Smith and Hera Doe</a:t>
            </a:r>
            <a:r>
              <a:rPr lang="en-CA" sz="2000" b="1" dirty="0"/>
              <a:t> </a:t>
            </a:r>
            <a:r>
              <a:rPr lang="en-CA" sz="2000" dirty="0"/>
              <a:t>so</a:t>
            </a:r>
            <a:r>
              <a:rPr lang="en-CA" sz="2000" b="1" dirty="0"/>
              <a:t> </a:t>
            </a:r>
            <a:r>
              <a:rPr lang="en-CA" sz="2000" b="1" dirty="0">
                <a:solidFill>
                  <a:srgbClr val="3333FF"/>
                </a:solidFill>
              </a:rPr>
              <a:t>Zeus Smith may have relevant information on Hera Doe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B2999-B25D-E1C8-FB57-E5703E39A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116" y="5754127"/>
            <a:ext cx="5595092" cy="91279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115DCD-8E16-5255-1C8B-6BE69025C0F2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Hands-on experimentation:   key observations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C01378-66CF-FC1E-1245-854D887F9B66}"/>
              </a:ext>
            </a:extLst>
          </p:cNvPr>
          <p:cNvSpPr txBox="1">
            <a:spLocks/>
          </p:cNvSpPr>
          <p:nvPr/>
        </p:nvSpPr>
        <p:spPr>
          <a:xfrm>
            <a:off x="6096000" y="1502647"/>
            <a:ext cx="5667208" cy="4212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dirty="0"/>
              <a:t>Echo Dot behaviour</a:t>
            </a:r>
          </a:p>
          <a:p>
            <a:pPr lvl="1"/>
            <a:r>
              <a:rPr lang="en-CA" sz="2000" dirty="0"/>
              <a:t>Device was connected to a </a:t>
            </a:r>
            <a:r>
              <a:rPr lang="en-CA" sz="2000" dirty="0" err="1"/>
              <a:t>WiFi</a:t>
            </a:r>
            <a:r>
              <a:rPr lang="en-CA" sz="2000" dirty="0"/>
              <a:t> network, which can reveal the </a:t>
            </a:r>
            <a:r>
              <a:rPr lang="en-CA" sz="2000" b="1" dirty="0"/>
              <a:t>device’s location</a:t>
            </a:r>
          </a:p>
          <a:p>
            <a:pPr lvl="1"/>
            <a:r>
              <a:rPr lang="en-CA" sz="2000" dirty="0"/>
              <a:t>Voice command configuration files were present, which </a:t>
            </a:r>
            <a:r>
              <a:rPr lang="en-CA" sz="2000" b="1" dirty="0"/>
              <a:t>shows how the device was being used </a:t>
            </a:r>
          </a:p>
          <a:p>
            <a:pPr lvl="1"/>
            <a:r>
              <a:rPr lang="en-CA" sz="2000" dirty="0"/>
              <a:t>User account was linked to Rachel Costello, most likely the primary user</a:t>
            </a:r>
          </a:p>
          <a:p>
            <a:pPr lvl="1"/>
            <a:r>
              <a:rPr lang="en-CA" sz="2000" b="1" dirty="0">
                <a:solidFill>
                  <a:srgbClr val="3333FF"/>
                </a:solidFill>
              </a:rPr>
              <a:t>Now we can investigate on Rachel Costello to discover other information to further the investigation</a:t>
            </a:r>
          </a:p>
        </p:txBody>
      </p:sp>
    </p:spTree>
    <p:extLst>
      <p:ext uri="{BB962C8B-B14F-4D97-AF65-F5344CB8AC3E}">
        <p14:creationId xmlns:p14="http://schemas.microsoft.com/office/powerpoint/2010/main" val="22886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E99D6B-B5FF-8FE1-F2A8-E7EB733C90C1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598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CA" sz="3400" b="1" dirty="0">
                <a:latin typeface="Aptos Display" panose="020B0004020202020204" pitchFamily="34" charset="0"/>
              </a:rPr>
              <a:t>Project conclusions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C1467-C851-FF39-47B2-16E752312A70}"/>
              </a:ext>
            </a:extLst>
          </p:cNvPr>
          <p:cNvSpPr txBox="1"/>
          <p:nvPr/>
        </p:nvSpPr>
        <p:spPr>
          <a:xfrm>
            <a:off x="474133" y="1858749"/>
            <a:ext cx="11136676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Digital forensics follows a </a:t>
            </a:r>
            <a:r>
              <a:rPr lang="en-CA" sz="2200" b="1" dirty="0">
                <a:solidFill>
                  <a:srgbClr val="3333FF"/>
                </a:solidFill>
              </a:rPr>
              <a:t>structured, multi-stage process</a:t>
            </a:r>
          </a:p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IoT devices introduce unique challenges (data distribution, limited storage, proprietary systems, </a:t>
            </a:r>
            <a:r>
              <a:rPr lang="en-CA" sz="2200" b="1" dirty="0">
                <a:solidFill>
                  <a:srgbClr val="FF0000"/>
                </a:solidFill>
              </a:rPr>
              <a:t>cloud storage</a:t>
            </a:r>
            <a:r>
              <a:rPr lang="en-CA" sz="2200" dirty="0">
                <a:solidFill>
                  <a:schemeClr val="tx2"/>
                </a:solidFill>
              </a:rPr>
              <a:t>)</a:t>
            </a:r>
          </a:p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Traditional forensic tools are </a:t>
            </a:r>
            <a:r>
              <a:rPr lang="en-CA" sz="2200" b="1" dirty="0">
                <a:solidFill>
                  <a:srgbClr val="FF0000"/>
                </a:solidFill>
              </a:rPr>
              <a:t>not fully sufficient </a:t>
            </a:r>
            <a:r>
              <a:rPr lang="en-CA" sz="2200" dirty="0">
                <a:solidFill>
                  <a:schemeClr val="tx2"/>
                </a:solidFill>
              </a:rPr>
              <a:t>for IoT environments</a:t>
            </a:r>
          </a:p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Valuable evidence can be recovered from logs, databases, and network artifacts</a:t>
            </a:r>
          </a:p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IoT forensics is</a:t>
            </a:r>
            <a:r>
              <a:rPr lang="en-CA" sz="2200" b="1" dirty="0">
                <a:solidFill>
                  <a:schemeClr val="tx2"/>
                </a:solidFill>
              </a:rPr>
              <a:t> a growing and evolving field</a:t>
            </a:r>
          </a:p>
          <a:p>
            <a:pPr marL="1728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CA" sz="2200" dirty="0">
                <a:solidFill>
                  <a:schemeClr val="tx2"/>
                </a:solidFill>
              </a:rPr>
              <a:t>Future investigations will </a:t>
            </a:r>
            <a:r>
              <a:rPr lang="en-CA" sz="2200" b="1" dirty="0">
                <a:solidFill>
                  <a:srgbClr val="3333FF"/>
                </a:solidFill>
              </a:rPr>
              <a:t>require new tools, methods, and multidisciplinary expertise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3679D-105E-7898-E417-93CB504AF0C8}"/>
              </a:ext>
            </a:extLst>
          </p:cNvPr>
          <p:cNvSpPr txBox="1"/>
          <p:nvPr/>
        </p:nvSpPr>
        <p:spPr>
          <a:xfrm>
            <a:off x="440267" y="5625090"/>
            <a:ext cx="11311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b="1" dirty="0"/>
              <a:t>This project highlights that IoT forensics expands the possibilities of digital evidence and increases the complexity of forensics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24155214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16c05727-aa75-4e4a-9b5f-8a80a1165891"/>
    <ds:schemaRef ds:uri="71af3243-3dd4-4a8d-8c0d-dd76da1f02a5"/>
    <ds:schemaRef ds:uri="http://schemas.microsoft.com/office/2006/metadata/properties"/>
    <ds:schemaRef ds:uri="http://schemas.microsoft.com/office/2006/documentManagement/types"/>
    <ds:schemaRef ds:uri="230e9df3-be65-4c73-a93b-d1236ebd677e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5994</TotalTime>
  <Words>1928</Words>
  <Application>Microsoft Office PowerPoint</Application>
  <PresentationFormat>Widescreen</PresentationFormat>
  <Paragraphs>223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Gill Sans MT</vt:lpstr>
      <vt:lpstr>Wingdings</vt:lpstr>
      <vt:lpstr>Wingdings 2</vt:lpstr>
      <vt:lpstr>Custom</vt:lpstr>
      <vt:lpstr>Custom Design</vt:lpstr>
      <vt:lpstr>Forensics Investigation of IOT Devices: Principles &amp; Hands-On Experimentation</vt:lpstr>
      <vt:lpstr>Project Objectives</vt:lpstr>
      <vt:lpstr>Digital Forensics:  Overview</vt:lpstr>
      <vt:lpstr>Stage 1:   Identification of Digital Evidence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Lewis</dc:creator>
  <cp:lastModifiedBy>Natalie Lewis</cp:lastModifiedBy>
  <cp:revision>19</cp:revision>
  <dcterms:created xsi:type="dcterms:W3CDTF">2026-02-06T23:18:12Z</dcterms:created>
  <dcterms:modified xsi:type="dcterms:W3CDTF">2026-04-20T23:58:43Z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